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wmf" ContentType="image/x-wmf"/>
  <Default Extension="jpe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3.xml" ContentType="application/vnd.openxmlformats-officedocument.theme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</file>

<file path=ppt/presentation.xml><?xml version="1.0" encoding="utf-8"?>
<p:presentation xmlns:p="http://schemas.openxmlformats.org/presentationml/2006/main" xmlns:r="http://schemas.openxmlformats.org/officeDocument/2006/relationships" xmlns:a="http://schemas.openxmlformats.org/drawingml/2006/main" firstSlideNum="1" rtl="0" saveSubsetFonts="0" serverZoom="0" showSpecialPlsOnTitleSld="1">
  <p:sldMasterIdLst>
    <p:sldMasterId id="2147483648" r:id="rId1"/>
  </p:sldMasterIdLst>
  <p:notesMasterIdLst>
    <p:notesMasterId r:id="rId2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</p:sldIdLst>
  <p:sldSz type="screen4x3" cy="6858000" cx="9144000"/>
  <p:notesSz cx="6858000" cy="9144000"/>
  <p:defaultTextStyle>
    <a:lvl1pPr algn="l" eaLnBrk="0" fontAlgn="base" hangingPunct="0" indent="0" latinLnBrk="0" marL="0" rtl="0">
      <a:lnSpc>
        <a:spcPct val="100000"/>
      </a:lnSpc>
      <a:spcBef>
        <a:spcPct val="0"/>
      </a:spcBef>
      <a:spcAft>
        <a:spcPct val="0"/>
      </a:spcAft>
      <a:buFontTx/>
      <a:buNone/>
      <a:defRPr baseline="0" b="0" sz="1800" i="0" u="none">
        <a:solidFill>
          <a:schemeClr val="dk1"/>
        </a:solidFill>
        <a:latin typeface="Arial" pitchFamily="0" charset="0"/>
        <a:ea typeface="Arial" pitchFamily="0" charset="0"/>
        <a:sym typeface="Arial" pitchFamily="0" charset="0"/>
      </a:defRPr>
    </a:lvl1pPr>
    <a:lvl2pPr algn="l" eaLnBrk="0" fontAlgn="base" hangingPunct="0" indent="0" latinLnBrk="0" marL="457200" rtl="0">
      <a:lnSpc>
        <a:spcPct val="100000"/>
      </a:lnSpc>
      <a:spcBef>
        <a:spcPct val="0"/>
      </a:spcBef>
      <a:spcAft>
        <a:spcPct val="0"/>
      </a:spcAft>
      <a:buFontTx/>
      <a:buNone/>
      <a:defRPr baseline="0" b="0" sz="1800" i="0" u="none">
        <a:solidFill>
          <a:schemeClr val="dk1"/>
        </a:solidFill>
        <a:latin typeface="Arial" pitchFamily="0" charset="0"/>
        <a:ea typeface="Arial" pitchFamily="0" charset="0"/>
        <a:sym typeface="Arial" pitchFamily="0" charset="0"/>
      </a:defRPr>
    </a:lvl2pPr>
    <a:lvl3pPr algn="l" eaLnBrk="0" fontAlgn="base" hangingPunct="0" indent="0" latinLnBrk="0" marL="914400" rtl="0">
      <a:lnSpc>
        <a:spcPct val="100000"/>
      </a:lnSpc>
      <a:spcBef>
        <a:spcPct val="0"/>
      </a:spcBef>
      <a:spcAft>
        <a:spcPct val="0"/>
      </a:spcAft>
      <a:buFontTx/>
      <a:buNone/>
      <a:defRPr baseline="0" b="0" sz="1800" i="0" u="none">
        <a:solidFill>
          <a:schemeClr val="dk1"/>
        </a:solidFill>
        <a:latin typeface="Arial" pitchFamily="0" charset="0"/>
        <a:ea typeface="Arial" pitchFamily="0" charset="0"/>
        <a:sym typeface="Arial" pitchFamily="0" charset="0"/>
      </a:defRPr>
    </a:lvl3pPr>
    <a:lvl4pPr algn="l" eaLnBrk="0" fontAlgn="base" hangingPunct="0" indent="0" latinLnBrk="0" marL="1371600" rtl="0">
      <a:lnSpc>
        <a:spcPct val="100000"/>
      </a:lnSpc>
      <a:spcBef>
        <a:spcPct val="0"/>
      </a:spcBef>
      <a:spcAft>
        <a:spcPct val="0"/>
      </a:spcAft>
      <a:buFontTx/>
      <a:buNone/>
      <a:defRPr baseline="0" b="0" sz="1800" i="0" u="none">
        <a:solidFill>
          <a:schemeClr val="dk1"/>
        </a:solidFill>
        <a:latin typeface="Arial" pitchFamily="0" charset="0"/>
        <a:ea typeface="Arial" pitchFamily="0" charset="0"/>
        <a:sym typeface="Arial" pitchFamily="0" charset="0"/>
      </a:defRPr>
    </a:lvl4pPr>
    <a:lvl5pPr algn="l" eaLnBrk="0" fontAlgn="base" hangingPunct="0" indent="0" latinLnBrk="0" marL="1828800" rtl="0">
      <a:lnSpc>
        <a:spcPct val="100000"/>
      </a:lnSpc>
      <a:spcBef>
        <a:spcPct val="0"/>
      </a:spcBef>
      <a:spcAft>
        <a:spcPct val="0"/>
      </a:spcAft>
      <a:buFontTx/>
      <a:buNone/>
      <a:defRPr baseline="0" b="0" sz="1800" i="0" u="none">
        <a:solidFill>
          <a:schemeClr val="dk1"/>
        </a:solidFill>
        <a:latin typeface="Arial" pitchFamily="0" charset="0"/>
        <a:ea typeface="Arial" pitchFamily="0" charset="0"/>
        <a:sym typeface="Arial" pitchFamily="0" charset="0"/>
      </a:defRPr>
    </a:lvl5pPr>
  </p:defaultTextStyle>
</p:presentation>
</file>

<file path=ppt/presProps.xml><?xml version="1.0" encoding="utf-8"?>
<p:presentationPr xmlns:p="http://schemas.openxmlformats.org/presentationml/2006/main" xmlns:r="http://schemas.openxmlformats.org/officeDocument/2006/relationships" xmlns:a="http://schemas.openxmlformats.org/drawing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 xmlns:r="http://schemas.openxmlformats.org/officeDocument/2006/relationships" xmlns:a="http://schemas.openxmlformats.org/drawingml/2006/main" lastView="sldThumbnailView">
  <p:normalViewPr showOutlineIcons="1" snapVertSplitter="0" vertBarState="restored" horzBarState="restored" preferSingleView="0">
    <p:restoredLeft sz="15619" autoAdjust="0"/>
    <p:restoredTop sz="94681" autoAdjust="0"/>
  </p:normalViewPr>
  <p:slideViewPr>
    <p:cSldViewPr showGuides="0" snapToGrid="1" snapToObjects="0">
      <p:cViewPr varScale="1">
        <p:scale>
          <a:sx n="66" d="100"/>
          <a:sy n="66" d="100"/>
        </p:scale>
        <p:origin x="1422" y="90"/>
      </p:cViewPr>
      <p:guideLst>
        <p:guide orient="horz" pos="2160"/>
        <p:guide orient="vert" pos="2880"/>
      </p:guideLst>
    </p:cSldViewPr>
  </p:slideViewPr>
  <p:gridSpacing cx="0" cy="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slide" Target="slides/slide17.xml"/><Relationship Id="rId20" Type="http://schemas.openxmlformats.org/officeDocument/2006/relationships/slide" Target="slides/slide18.xml"/><Relationship Id="rId21" Type="http://schemas.openxmlformats.org/officeDocument/2006/relationships/tableStyles" Target="tableStyles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3.xml"/></Relationships>
</file>

<file path=ppt/notesMasters/_rels/notesMaster1.xml.rels><?xml version="1.0" encoding="UTF-8" standalone="yes"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69" name=""/>
        <p:cNvGrpSpPr/>
        <p:nvPr/>
      </p:nvGrpSpPr>
      <p:grpSpPr>
        <a:xfrm rot="0">
          <a:off x="0" y="0"/>
          <a:ext cx="0" cy="0"/>
          <a:chOff x="0" y="0"/>
          <a:chExt cx="0" cy="0"/>
        </a:xfrm>
      </p:grpSpPr>
      <p:sp>
        <p:nvSpPr>
          <p:cNvPr id="1048725" name="Верхний колонтитул 1"/>
          <p:cNvSpPr/>
          <p:nvPr>
            <p:ph type="hdr" sz="quarter" idx="0"/>
          </p:nvPr>
        </p:nvSpPr>
        <p:spPr>
          <a:xfrm rot="0">
            <a:off x="0" y="0"/>
            <a:ext cx="2971800" cy="458787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p>
            <a:pPr lvl="0"/>
            <a:endParaRPr altLang="en-US" sz="1200" lang="ru-RU"/>
          </a:p>
        </p:txBody>
      </p:sp>
      <p:sp>
        <p:nvSpPr>
          <p:cNvPr id="1048726" name="Дата 2"/>
          <p:cNvSpPr/>
          <p:nvPr>
            <p:ph type="dt" sz="full" idx="1"/>
          </p:nvPr>
        </p:nvSpPr>
        <p:spPr>
          <a:xfrm rot="0">
            <a:off x="3884612" y="0"/>
            <a:ext cx="2971800" cy="458787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p>
            <a:pPr algn="r" lvl="0"/>
            <a:fld id="{566ABCEB-ACFC-4714-9973-3DA970169C29}" type="datetime1">
              <a:rPr altLang="en-US" sz="1200" lang="ru-RU"/>
              <a:pPr algn="r" lvl="0"/>
            </a:fld>
            <a:endParaRPr altLang="en-US" sz="1200" lang="ru-RU"/>
          </a:p>
        </p:txBody>
      </p:sp>
      <p:sp>
        <p:nvSpPr>
          <p:cNvPr id="1048727" name="Образ слайда 3"/>
          <p:cNvSpPr/>
          <p:nvPr>
            <p:ph type="sldImg" sz="full" idx="2"/>
          </p:nvPr>
        </p:nvSpPr>
        <p:spPr>
          <a:xfrm rot="0">
            <a:off x="1371600" y="1143000"/>
            <a:ext cx="4114800" cy="3086100"/>
          </a:xfrm>
          <a:prstGeom prst="rect"/>
          <a:noFill/>
          <a:ln w="12700" cap="flat" cmpd="sng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 anchor="ctr" bIns="45720" lIns="91440" rIns="91440" tIns="45720" vert="horz"/>
          <a:p/>
        </p:txBody>
      </p:sp>
      <p:sp>
        <p:nvSpPr>
          <p:cNvPr id="1048728" name="Заметки 4"/>
          <p:cNvSpPr/>
          <p:nvPr>
            <p:ph type="body" sz="quarter" idx="3"/>
          </p:nvPr>
        </p:nvSpPr>
        <p:spPr>
          <a:xfrm rot="0">
            <a:off x="685800" y="4400550"/>
            <a:ext cx="5486400" cy="3600450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p>
            <a:pPr lvl="0"/>
            <a:r>
              <a:rPr altLang="en-US" lang="ru-RU"/>
              <a:t>Образец текста</a:t>
            </a:r>
          </a:p>
          <a:p>
            <a:pPr lvl="1"/>
            <a:r>
              <a:rPr altLang="en-US" lang="ru-RU"/>
              <a:t>Второй уровень</a:t>
            </a:r>
          </a:p>
          <a:p>
            <a:pPr lvl="2"/>
            <a:r>
              <a:rPr altLang="en-US" lang="ru-RU"/>
              <a:t>Третий уровень</a:t>
            </a:r>
          </a:p>
          <a:p>
            <a:pPr lvl="3"/>
            <a:r>
              <a:rPr altLang="en-US" lang="ru-RU"/>
              <a:t>Четвертый уровень</a:t>
            </a:r>
          </a:p>
          <a:p>
            <a:pPr lvl="4"/>
            <a:r>
              <a:rPr altLang="en-US" lang="ru-RU"/>
              <a:t>Пятый уровень</a:t>
            </a:r>
          </a:p>
        </p:txBody>
      </p:sp>
      <p:sp>
        <p:nvSpPr>
          <p:cNvPr id="1048729" name="Нижний колонтитул 5"/>
          <p:cNvSpPr/>
          <p:nvPr>
            <p:ph type="ftr" sz="quarter" idx="4"/>
          </p:nvPr>
        </p:nvSpPr>
        <p:spPr>
          <a:xfrm rot="0">
            <a:off x="0" y="8685212"/>
            <a:ext cx="2971800" cy="458787"/>
          </a:xfrm>
          <a:prstGeom prst="rect"/>
          <a:noFill/>
          <a:ln>
            <a:noFill/>
          </a:ln>
        </p:spPr>
        <p:txBody>
          <a:bodyPr anchor="b" bIns="45720" lIns="91440" rIns="91440" tIns="45720" vert="horz"/>
          <a:p>
            <a:pPr lvl="0"/>
            <a:endParaRPr altLang="en-US" sz="1200" lang="ru-RU"/>
          </a:p>
        </p:txBody>
      </p:sp>
      <p:sp>
        <p:nvSpPr>
          <p:cNvPr id="1048730" name="Номер слайда 6"/>
          <p:cNvSpPr/>
          <p:nvPr>
            <p:ph type="sldNum" sz="quarter" idx="5"/>
          </p:nvPr>
        </p:nvSpPr>
        <p:spPr>
          <a:xfrm rot="0">
            <a:off x="3884612" y="8685212"/>
            <a:ext cx="2971800" cy="458787"/>
          </a:xfrm>
          <a:prstGeom prst="rect"/>
          <a:noFill/>
          <a:ln>
            <a:noFill/>
          </a:ln>
        </p:spPr>
        <p:txBody>
          <a:bodyPr anchor="b" bIns="45720" lIns="91440" rIns="91440" tIns="45720" vert="horz"/>
          <a:p>
            <a:pPr algn="r" lvl="0"/>
            <a:fld id="{566ABCEB-ACFC-4714-9973-3DA970169C29}" type="slidenum">
              <a:rPr altLang="en-US" sz="1200" lang="ru-RU"/>
              <a:pPr algn="r" lvl="0"/>
            </a:fld>
            <a:endParaRPr altLang="en-US" sz="1200" lang="ru-RU"/>
          </a:p>
        </p:txBody>
      </p:sp>
    </p:spTree>
  </p:cSld>
  <p:clrMap accent1="dk1" accent2="dk1" accent3="dk1" accent4="dk1" accent5="dk1" accent6="dk1" bg1="dk1" bg2="dk1" tx1="dk1" tx2="dk1" hlink="dk1" folHlink="dk1"/>
  <p:notesStyle>
    <a:lvl1pPr algn="l" eaLnBrk="1" fontAlgn="base" hangingPunct="1" indent="0" latinLnBrk="0" marL="0" rtl="0">
      <a:lnSpc>
        <a:spcPct val="100000"/>
      </a:lnSpc>
      <a:spcBef>
        <a:spcPct val="30000"/>
      </a:spcBef>
      <a:spcAft>
        <a:spcPct val="0"/>
      </a:spcAft>
      <a:buFontTx/>
      <a:buNone/>
      <a:defRPr baseline="0" b="0" sz="1200" i="0" u="none">
        <a:solidFill>
          <a:schemeClr val="dk1"/>
        </a:solidFill>
        <a:latin typeface="Calibri" pitchFamily="34" charset="0"/>
        <a:sym typeface="Arial" pitchFamily="0" charset="0"/>
      </a:defRPr>
    </a:lvl1pPr>
    <a:lvl2pPr algn="l" eaLnBrk="1" fontAlgn="base" hangingPunct="1" indent="0" latinLnBrk="0" marL="457200" rtl="0">
      <a:lnSpc>
        <a:spcPct val="100000"/>
      </a:lnSpc>
      <a:spcBef>
        <a:spcPct val="30000"/>
      </a:spcBef>
      <a:spcAft>
        <a:spcPct val="0"/>
      </a:spcAft>
      <a:buFontTx/>
      <a:buNone/>
      <a:defRPr baseline="0" b="0" sz="1200" i="0" u="none">
        <a:solidFill>
          <a:schemeClr val="dk1"/>
        </a:solidFill>
        <a:latin typeface="Calibri" pitchFamily="34" charset="0"/>
        <a:sym typeface="Arial" pitchFamily="0" charset="0"/>
      </a:defRPr>
    </a:lvl2pPr>
    <a:lvl3pPr algn="l" eaLnBrk="1" fontAlgn="base" hangingPunct="1" indent="0" latinLnBrk="0" marL="914400" rtl="0">
      <a:lnSpc>
        <a:spcPct val="100000"/>
      </a:lnSpc>
      <a:spcBef>
        <a:spcPct val="30000"/>
      </a:spcBef>
      <a:spcAft>
        <a:spcPct val="0"/>
      </a:spcAft>
      <a:buFontTx/>
      <a:buNone/>
      <a:defRPr baseline="0" b="0" sz="1200" i="0" u="none">
        <a:solidFill>
          <a:schemeClr val="dk1"/>
        </a:solidFill>
        <a:latin typeface="Calibri" pitchFamily="34" charset="0"/>
        <a:sym typeface="Arial" pitchFamily="0" charset="0"/>
      </a:defRPr>
    </a:lvl3pPr>
    <a:lvl4pPr algn="l" eaLnBrk="1" fontAlgn="base" hangingPunct="1" indent="0" latinLnBrk="0" marL="1371600" rtl="0">
      <a:lnSpc>
        <a:spcPct val="100000"/>
      </a:lnSpc>
      <a:spcBef>
        <a:spcPct val="30000"/>
      </a:spcBef>
      <a:spcAft>
        <a:spcPct val="0"/>
      </a:spcAft>
      <a:buFontTx/>
      <a:buNone/>
      <a:defRPr baseline="0" b="0" sz="1200" i="0" u="none">
        <a:solidFill>
          <a:schemeClr val="dk1"/>
        </a:solidFill>
        <a:latin typeface="Calibri" pitchFamily="34" charset="0"/>
        <a:sym typeface="Arial" pitchFamily="0" charset="0"/>
      </a:defRPr>
    </a:lvl4pPr>
    <a:lvl5pPr algn="l" eaLnBrk="1" fontAlgn="base" hangingPunct="1" indent="0" latinLnBrk="0" marL="1828800" rtl="0">
      <a:lnSpc>
        <a:spcPct val="100000"/>
      </a:lnSpc>
      <a:spcBef>
        <a:spcPct val="30000"/>
      </a:spcBef>
      <a:spcAft>
        <a:spcPct val="0"/>
      </a:spcAft>
      <a:buFontTx/>
      <a:buNone/>
      <a:defRPr baseline="0" b="0" sz="1200" i="0" u="none">
        <a:solidFill>
          <a:schemeClr val="dk1"/>
        </a:solidFill>
        <a:latin typeface="Calibri" pitchFamily="34" charset="0"/>
        <a:sym typeface="Arial" pitchFamily="0" charset="0"/>
      </a:defRPr>
    </a:lvl5pPr>
  </p:notesStyle>
</p:notesMaster>
</file>

<file path=ppt/notesSlides/_rels/notesSlide1.xml.rels><?xml version="1.0" encoding="UTF-8" standalone="yes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</Relationships>
</file>

<file path=ppt/notesSlides/_rels/notesSlide2.xml.rels><?xml version="1.0" encoding="UTF-8" standalone="yes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</Relationships>
</file>

<file path=ppt/notesSlides/_rels/notesSlide3.xml.rels><?xml version="1.0" encoding="UTF-8" standalone="yes"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8" name=""/>
        <p:cNvGrpSpPr/>
        <p:nvPr/>
      </p:nvGrpSpPr>
      <p:grpSpPr>
        <a:xfrm rot="0">
          <a:off x="0" y="0"/>
          <a:ext cx="0" cy="0"/>
          <a:chOff x="0" y="0"/>
          <a:chExt cx="0" cy="0"/>
        </a:xfrm>
      </p:grpSpPr>
      <p:sp>
        <p:nvSpPr>
          <p:cNvPr id="1048602" name="Образ слайда 1"/>
          <p:cNvSpPr/>
          <p:nvPr>
            <p:ph type="sldImg" sz="full" idx="0"/>
          </p:nvPr>
        </p:nvSpPr>
        <p:spPr>
          <a:xfrm rot="0">
            <a:off x="1371600" y="1143000"/>
            <a:ext cx="4114800" cy="3086100"/>
          </a:xfrm>
          <a:prstGeom prst="rect"/>
        </p:spPr>
        <p:txBody>
          <a:bodyPr anchor="ctr" bIns="45720" lIns="91440" rIns="91440" tIns="45720" vert="horz"/>
          <a:p/>
        </p:txBody>
      </p:sp>
      <p:sp>
        <p:nvSpPr>
          <p:cNvPr id="1048603" name="Заметки 2"/>
          <p:cNvSpPr/>
          <p:nvPr>
            <p:ph type="body" sz="full" idx="1"/>
          </p:nvPr>
        </p:nvSpPr>
        <p:spPr>
          <a:xfrm rot="0">
            <a:off x="685800" y="4400550"/>
            <a:ext cx="5486400" cy="3600450"/>
          </a:xfrm>
          <a:prstGeom prst="rect"/>
        </p:spPr>
        <p:txBody>
          <a:bodyPr anchor="t" bIns="45720" lIns="91440" rIns="91440" tIns="45720" vert="horz"/>
          <a:p>
            <a:pPr lvl="0">
              <a:spcBef>
                <a:spcPct val="0"/>
              </a:spcBef>
            </a:pPr>
            <a:endParaRPr altLang="en-US" lang="ru-RU"/>
          </a:p>
        </p:txBody>
      </p:sp>
      <p:sp>
        <p:nvSpPr>
          <p:cNvPr id="1048604" name="Номер слайда 3"/>
          <p:cNvSpPr txBox="1"/>
          <p:nvPr/>
        </p:nvSpPr>
        <p:spPr>
          <a:xfrm rot="0">
            <a:off x="3884612" y="8685212"/>
            <a:ext cx="2971800" cy="458787"/>
          </a:xfrm>
          <a:prstGeom prst="rect"/>
          <a:noFill/>
          <a:ln>
            <a:noFill/>
          </a:ln>
        </p:spPr>
        <p:txBody>
          <a:bodyPr anchor="b" bIns="45720" lIns="91440" rIns="91440" tIns="45720" vert="horz"/>
          <a:p>
            <a:pPr algn="r" lvl="0"/>
            <a:fld id="{566ABCEB-ACFC-4714-9973-3DA970169C29}" type="slidenum">
              <a:rPr altLang="en-US" sz="1200" lang="ru-RU"/>
              <a:pPr algn="r" lvl="0"/>
            </a:fld>
            <a:endParaRPr altLang="en-US" sz="1200" lang="ru-RU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5" name=""/>
        <p:cNvGrpSpPr/>
        <p:nvPr/>
      </p:nvGrpSpPr>
      <p:grpSpPr>
        <a:xfrm rot="0">
          <a:off x="0" y="0"/>
          <a:ext cx="0" cy="0"/>
          <a:chOff x="0" y="0"/>
          <a:chExt cx="0" cy="0"/>
        </a:xfrm>
      </p:grpSpPr>
      <p:sp>
        <p:nvSpPr>
          <p:cNvPr id="1048620" name="Образ слайда 1"/>
          <p:cNvSpPr/>
          <p:nvPr>
            <p:ph type="sldImg" sz="full" idx="0"/>
          </p:nvPr>
        </p:nvSpPr>
        <p:spPr>
          <a:xfrm rot="0">
            <a:off x="1371600" y="1143000"/>
            <a:ext cx="4114800" cy="3086100"/>
          </a:xfrm>
          <a:prstGeom prst="rect"/>
        </p:spPr>
        <p:txBody>
          <a:bodyPr anchor="ctr" bIns="45720" lIns="91440" rIns="91440" tIns="45720" vert="horz"/>
          <a:p/>
        </p:txBody>
      </p:sp>
      <p:sp>
        <p:nvSpPr>
          <p:cNvPr id="1048621" name="Заметки 2"/>
          <p:cNvSpPr/>
          <p:nvPr>
            <p:ph type="body" sz="full" idx="1"/>
          </p:nvPr>
        </p:nvSpPr>
        <p:spPr>
          <a:xfrm rot="0">
            <a:off x="685800" y="4400550"/>
            <a:ext cx="5486400" cy="3600450"/>
          </a:xfrm>
          <a:prstGeom prst="rect"/>
        </p:spPr>
        <p:txBody>
          <a:bodyPr anchor="t" bIns="45720" lIns="91440" rIns="91440" tIns="45720" vert="horz"/>
          <a:p>
            <a:pPr lvl="0">
              <a:spcBef>
                <a:spcPct val="0"/>
              </a:spcBef>
            </a:pPr>
            <a:endParaRPr altLang="en-US" lang="ru-RU"/>
          </a:p>
        </p:txBody>
      </p:sp>
      <p:sp>
        <p:nvSpPr>
          <p:cNvPr id="1048622" name="Номер слайда 3"/>
          <p:cNvSpPr txBox="1"/>
          <p:nvPr/>
        </p:nvSpPr>
        <p:spPr>
          <a:xfrm rot="0">
            <a:off x="3884612" y="8685212"/>
            <a:ext cx="2971800" cy="458787"/>
          </a:xfrm>
          <a:prstGeom prst="rect"/>
          <a:noFill/>
          <a:ln>
            <a:noFill/>
          </a:ln>
        </p:spPr>
        <p:txBody>
          <a:bodyPr anchor="b" bIns="45720" lIns="91440" rIns="91440" tIns="45720" vert="horz"/>
          <a:p>
            <a:pPr algn="r" lvl="0"/>
            <a:fld id="{566ABCEB-ACFC-4714-9973-3DA970169C29}" type="slidenum">
              <a:rPr altLang="en-US" sz="1200" lang="ru-RU"/>
              <a:pPr algn="r" lvl="0"/>
            </a:fld>
            <a:endParaRPr altLang="en-US" sz="1200" lang="ru-RU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53" name=""/>
        <p:cNvGrpSpPr/>
        <p:nvPr/>
      </p:nvGrpSpPr>
      <p:grpSpPr>
        <a:xfrm rot="0">
          <a:off x="0" y="0"/>
          <a:ext cx="0" cy="0"/>
          <a:chOff x="0" y="0"/>
          <a:chExt cx="0" cy="0"/>
        </a:xfrm>
      </p:grpSpPr>
      <p:sp>
        <p:nvSpPr>
          <p:cNvPr id="1048675" name="Образ слайда 1"/>
          <p:cNvSpPr/>
          <p:nvPr>
            <p:ph type="sldImg" sz="full" idx="0"/>
          </p:nvPr>
        </p:nvSpPr>
        <p:spPr>
          <a:xfrm rot="0">
            <a:off x="1371600" y="1143000"/>
            <a:ext cx="4114800" cy="3086100"/>
          </a:xfrm>
          <a:prstGeom prst="rect"/>
        </p:spPr>
        <p:txBody>
          <a:bodyPr anchor="ctr" bIns="45720" lIns="91440" rIns="91440" tIns="45720" vert="horz"/>
          <a:p/>
        </p:txBody>
      </p:sp>
      <p:sp>
        <p:nvSpPr>
          <p:cNvPr id="1048676" name="Заметки 2"/>
          <p:cNvSpPr/>
          <p:nvPr>
            <p:ph type="body" sz="full" idx="1"/>
          </p:nvPr>
        </p:nvSpPr>
        <p:spPr>
          <a:xfrm rot="0">
            <a:off x="685800" y="4400550"/>
            <a:ext cx="5486400" cy="3600450"/>
          </a:xfrm>
          <a:prstGeom prst="rect"/>
        </p:spPr>
        <p:txBody>
          <a:bodyPr anchor="t" bIns="45720" lIns="91440" rIns="91440" tIns="45720" vert="horz"/>
          <a:p>
            <a:pPr lvl="0">
              <a:spcBef>
                <a:spcPct val="0"/>
              </a:spcBef>
            </a:pPr>
            <a:endParaRPr altLang="en-US" lang="ru-RU"/>
          </a:p>
        </p:txBody>
      </p:sp>
      <p:sp>
        <p:nvSpPr>
          <p:cNvPr id="1048677" name="Номер слайда 3"/>
          <p:cNvSpPr txBox="1"/>
          <p:nvPr/>
        </p:nvSpPr>
        <p:spPr>
          <a:xfrm rot="0">
            <a:off x="3884612" y="8685212"/>
            <a:ext cx="2971800" cy="458787"/>
          </a:xfrm>
          <a:prstGeom prst="rect"/>
          <a:noFill/>
          <a:ln>
            <a:noFill/>
          </a:ln>
        </p:spPr>
        <p:txBody>
          <a:bodyPr anchor="b" bIns="45720" lIns="91440" rIns="91440" tIns="45720" vert="horz"/>
          <a:p>
            <a:pPr algn="r" lvl="0"/>
            <a:fld id="{566ABCEB-ACFC-4714-9973-3DA970169C29}" type="slidenum">
              <a:rPr altLang="en-US" sz="1200" lang="ru-RU"/>
              <a:pPr algn="r" lvl="0"/>
            </a:fld>
            <a:endParaRPr altLang="en-US" sz="1200" lang="ru-RU"/>
          </a:p>
        </p:txBody>
      </p:sp>
    </p:spTree>
  </p:cSld>
  <p:clrMapOvr>
    <a:masterClrMapping/>
  </p:clrMapOvr>
</p:note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itle">
  <p:cSld name="Титульный слайд">
    <p:spTree>
      <p:nvGrpSpPr>
        <p:cNvPr id="2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9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1048590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algn="ctr" indent="0" marL="0">
              <a:buNone/>
            </a:lvl1pPr>
            <a:lvl2pPr algn="ctr" indent="0" marL="457200">
              <a:buNone/>
            </a:lvl2pPr>
            <a:lvl3pPr algn="ctr" indent="0" marL="914400">
              <a:buNone/>
            </a:lvl3pPr>
            <a:lvl4pPr algn="ctr" indent="0" marL="1371600">
              <a:buNone/>
            </a:lvl4pPr>
            <a:lvl5pPr algn="ctr" indent="0" marL="1828800">
              <a:buNone/>
            </a:lvl5pPr>
            <a:lvl6pPr algn="ctr" indent="0" marL="2286000">
              <a:buNone/>
            </a:lvl6pPr>
            <a:lvl7pPr algn="ctr" indent="0" marL="2743200">
              <a:buNone/>
            </a:lvl7pPr>
            <a:lvl8pPr algn="ctr" indent="0" marL="3200400">
              <a:buNone/>
            </a:lvl8pPr>
            <a:lvl9pPr algn="ctr" indent="0" marL="3657600">
              <a:buNone/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1048578" name="Rectangle 4"/>
          <p:cNvSpPr/>
          <p:nvPr>
            <p:ph type="dt" sz="half" idx="2"/>
          </p:nvPr>
        </p:nvSpPr>
        <p:spPr>
          <a:xfrm rot="0">
            <a:off x="457200" y="6245225"/>
            <a:ext cx="2133600" cy="476250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5pPr>
          </a:lstStyle>
          <a:p>
            <a:pPr eaLnBrk="1" hangingPunct="1" lvl="0"/>
            <a:endParaRPr altLang="en-US" sz="1400" lang="ru-RU"/>
          </a:p>
        </p:txBody>
      </p:sp>
      <p:sp>
        <p:nvSpPr>
          <p:cNvPr id="1048580" name="Rectangle 6"/>
          <p:cNvSpPr/>
          <p:nvPr>
            <p:ph type="sldNum" sz="quarter" idx="4"/>
          </p:nvPr>
        </p:nvSpPr>
        <p:spPr>
          <a:xfrm rot="0">
            <a:off x="6553200" y="6245225"/>
            <a:ext cx="2133600" cy="476250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5pPr>
          </a:lstStyle>
          <a:p>
            <a:pPr algn="r" eaLnBrk="1" hangingPunct="1" lvl="0"/>
            <a:fld id="{566ABCEB-ACFC-4714-9973-3DA970169C29}" type="slidenum">
              <a:rPr altLang="ru-RU" sz="1400" lang="ru-RU"/>
              <a:pPr algn="r" eaLnBrk="1" hangingPunct="1" lvl="0"/>
            </a:fld>
            <a:endParaRPr altLang="ru-RU" sz="1400" lang="ru-RU"/>
          </a:p>
        </p:txBody>
      </p:sp>
      <p:sp>
        <p:nvSpPr>
          <p:cNvPr id="1048579" name="Rectangle 5"/>
          <p:cNvSpPr/>
          <p:nvPr>
            <p:ph type="ftr" sz="quarter" idx="3"/>
          </p:nvPr>
        </p:nvSpPr>
        <p:spPr>
          <a:xfrm rot="0">
            <a:off x="3124200" y="6245225"/>
            <a:ext cx="2895600" cy="476250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5pPr>
          </a:lstStyle>
          <a:p>
            <a:pPr algn="ctr" eaLnBrk="1" hangingPunct="1" lvl="0"/>
            <a:endParaRPr altLang="en-US" sz="1400"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Заголовок и объект">
    <p:spTree>
      <p:nvGrpSpPr>
        <p:cNvPr id="3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3" name="Заголовок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1048594" name="Объект 2"/>
          <p:cNvSpPr>
            <a:spLocks noGrp="1"/>
          </p:cNvSpPr>
          <p:nvPr>
            <p:ph idx="1"/>
          </p:nvPr>
        </p:nvSpPr>
        <p:spPr/>
        <p:txBody>
          <a:bodyPr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1048578" name="Rectangle 4"/>
          <p:cNvSpPr/>
          <p:nvPr>
            <p:ph type="dt" sz="half" idx="2"/>
          </p:nvPr>
        </p:nvSpPr>
        <p:spPr>
          <a:xfrm rot="0">
            <a:off x="457200" y="6245225"/>
            <a:ext cx="2133600" cy="476250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5pPr>
          </a:lstStyle>
          <a:p>
            <a:pPr eaLnBrk="1" hangingPunct="1" lvl="0"/>
            <a:endParaRPr altLang="en-US" sz="1400" lang="ru-RU"/>
          </a:p>
        </p:txBody>
      </p:sp>
      <p:sp>
        <p:nvSpPr>
          <p:cNvPr id="1048580" name="Rectangle 6"/>
          <p:cNvSpPr/>
          <p:nvPr>
            <p:ph type="sldNum" sz="quarter" idx="4"/>
          </p:nvPr>
        </p:nvSpPr>
        <p:spPr>
          <a:xfrm rot="0">
            <a:off x="6553200" y="6245225"/>
            <a:ext cx="2133600" cy="476250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5pPr>
          </a:lstStyle>
          <a:p>
            <a:pPr algn="r" eaLnBrk="1" hangingPunct="1" lvl="0"/>
            <a:fld id="{566ABCEB-ACFC-4714-9973-3DA970169C29}" type="slidenum">
              <a:rPr altLang="ru-RU" sz="1400" lang="ru-RU"/>
              <a:pPr algn="r" eaLnBrk="1" hangingPunct="1" lvl="0"/>
            </a:fld>
            <a:endParaRPr altLang="ru-RU" sz="1400" lang="ru-RU"/>
          </a:p>
        </p:txBody>
      </p:sp>
      <p:sp>
        <p:nvSpPr>
          <p:cNvPr id="1048579" name="Rectangle 5"/>
          <p:cNvSpPr/>
          <p:nvPr>
            <p:ph type="ftr" sz="quarter" idx="3"/>
          </p:nvPr>
        </p:nvSpPr>
        <p:spPr>
          <a:xfrm rot="0">
            <a:off x="3124200" y="6245225"/>
            <a:ext cx="2895600" cy="476250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5pPr>
          </a:lstStyle>
          <a:p>
            <a:pPr algn="ctr" eaLnBrk="1" hangingPunct="1" lvl="0"/>
            <a:endParaRPr altLang="en-US" sz="1400"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secHead">
  <p:cSld name="Заголовок раздела">
    <p:spTree>
      <p:nvGrpSpPr>
        <p:cNvPr id="5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03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b="1" cap="all" sz="4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1048704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indent="0" marL="0">
              <a:buNone/>
              <a:defRPr sz="2000"/>
            </a:lvl1pPr>
            <a:lvl2pPr indent="0" marL="457200">
              <a:buNone/>
              <a:defRPr sz="1800"/>
            </a:lvl2pPr>
            <a:lvl3pPr indent="0" marL="914400">
              <a:buNone/>
              <a:defRPr sz="1600"/>
            </a:lvl3pPr>
            <a:lvl4pPr indent="0" marL="1371600">
              <a:buNone/>
              <a:defRPr sz="1400"/>
            </a:lvl4pPr>
            <a:lvl5pPr indent="0" marL="1828800">
              <a:buNone/>
              <a:defRPr sz="1400"/>
            </a:lvl5pPr>
            <a:lvl6pPr indent="0" marL="2286000">
              <a:buNone/>
              <a:defRPr sz="1400"/>
            </a:lvl6pPr>
            <a:lvl7pPr indent="0" marL="2743200">
              <a:buNone/>
              <a:defRPr sz="1400"/>
            </a:lvl7pPr>
            <a:lvl8pPr indent="0" marL="3200400">
              <a:buNone/>
              <a:defRPr sz="1400"/>
            </a:lvl8pPr>
            <a:lvl9pPr indent="0" marL="3657600">
              <a:buNone/>
              <a:defRPr sz="14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1048578" name="Rectangle 4"/>
          <p:cNvSpPr/>
          <p:nvPr>
            <p:ph type="dt" sz="half" idx="2"/>
          </p:nvPr>
        </p:nvSpPr>
        <p:spPr>
          <a:xfrm rot="0">
            <a:off x="457200" y="6245225"/>
            <a:ext cx="2133600" cy="476250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5pPr>
          </a:lstStyle>
          <a:p>
            <a:pPr eaLnBrk="1" hangingPunct="1" lvl="0"/>
            <a:endParaRPr altLang="en-US" sz="1400" lang="ru-RU"/>
          </a:p>
        </p:txBody>
      </p:sp>
      <p:sp>
        <p:nvSpPr>
          <p:cNvPr id="1048580" name="Rectangle 6"/>
          <p:cNvSpPr/>
          <p:nvPr>
            <p:ph type="sldNum" sz="quarter" idx="4"/>
          </p:nvPr>
        </p:nvSpPr>
        <p:spPr>
          <a:xfrm rot="0">
            <a:off x="6553200" y="6245225"/>
            <a:ext cx="2133600" cy="476250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5pPr>
          </a:lstStyle>
          <a:p>
            <a:pPr algn="r" eaLnBrk="1" hangingPunct="1" lvl="0"/>
            <a:fld id="{566ABCEB-ACFC-4714-9973-3DA970169C29}" type="slidenum">
              <a:rPr altLang="ru-RU" sz="1400" lang="ru-RU"/>
              <a:pPr algn="r" eaLnBrk="1" hangingPunct="1" lvl="0"/>
            </a:fld>
            <a:endParaRPr altLang="ru-RU" sz="1400" lang="ru-RU"/>
          </a:p>
        </p:txBody>
      </p:sp>
      <p:sp>
        <p:nvSpPr>
          <p:cNvPr id="1048579" name="Rectangle 5"/>
          <p:cNvSpPr/>
          <p:nvPr>
            <p:ph type="ftr" sz="quarter" idx="3"/>
          </p:nvPr>
        </p:nvSpPr>
        <p:spPr>
          <a:xfrm rot="0">
            <a:off x="3124200" y="6245225"/>
            <a:ext cx="2895600" cy="476250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5pPr>
          </a:lstStyle>
          <a:p>
            <a:pPr algn="ctr" eaLnBrk="1" hangingPunct="1" lvl="0"/>
            <a:endParaRPr altLang="en-US" sz="1400"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woObj">
  <p:cSld name="Два объекта">
    <p:spTree>
      <p:nvGrpSpPr>
        <p:cNvPr id="5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05" name="Заголовок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1048706" name="Объект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1048707" name="Объект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1048578" name="Rectangle 4"/>
          <p:cNvSpPr/>
          <p:nvPr>
            <p:ph type="dt" sz="half" idx="2"/>
          </p:nvPr>
        </p:nvSpPr>
        <p:spPr>
          <a:xfrm rot="0">
            <a:off x="457200" y="6245225"/>
            <a:ext cx="2133600" cy="476250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5pPr>
          </a:lstStyle>
          <a:p>
            <a:pPr eaLnBrk="1" hangingPunct="1" lvl="0"/>
            <a:endParaRPr altLang="en-US" sz="1400" lang="ru-RU"/>
          </a:p>
        </p:txBody>
      </p:sp>
      <p:sp>
        <p:nvSpPr>
          <p:cNvPr id="1048580" name="Rectangle 6"/>
          <p:cNvSpPr/>
          <p:nvPr>
            <p:ph type="sldNum" sz="quarter" idx="4"/>
          </p:nvPr>
        </p:nvSpPr>
        <p:spPr>
          <a:xfrm rot="0">
            <a:off x="6553200" y="6245225"/>
            <a:ext cx="2133600" cy="476250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5pPr>
          </a:lstStyle>
          <a:p>
            <a:pPr algn="r" eaLnBrk="1" hangingPunct="1" lvl="0"/>
            <a:fld id="{566ABCEB-ACFC-4714-9973-3DA970169C29}" type="slidenum">
              <a:rPr altLang="ru-RU" sz="1400" lang="ru-RU"/>
              <a:pPr algn="r" eaLnBrk="1" hangingPunct="1" lvl="0"/>
            </a:fld>
            <a:endParaRPr altLang="ru-RU" sz="1400" lang="ru-RU"/>
          </a:p>
        </p:txBody>
      </p:sp>
      <p:sp>
        <p:nvSpPr>
          <p:cNvPr id="1048579" name="Rectangle 5"/>
          <p:cNvSpPr/>
          <p:nvPr>
            <p:ph type="ftr" sz="quarter" idx="3"/>
          </p:nvPr>
        </p:nvSpPr>
        <p:spPr>
          <a:xfrm rot="0">
            <a:off x="3124200" y="6245225"/>
            <a:ext cx="2895600" cy="476250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5pPr>
          </a:lstStyle>
          <a:p>
            <a:pPr algn="ctr" eaLnBrk="1" hangingPunct="1" lvl="0"/>
            <a:endParaRPr altLang="en-US" sz="1400"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woTxTwoObj">
  <p:cSld name="Сравнение">
    <p:spTree>
      <p:nvGrpSpPr>
        <p:cNvPr id="6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08" name="Заголовок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1048709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indent="0" marL="0">
              <a:buNone/>
              <a:defRPr b="1" sz="2400"/>
            </a:lvl1pPr>
            <a:lvl2pPr indent="0" marL="457200">
              <a:buNone/>
              <a:defRPr b="1" sz="2000"/>
            </a:lvl2pPr>
            <a:lvl3pPr indent="0" marL="914400">
              <a:buNone/>
              <a:defRPr b="1" sz="1800"/>
            </a:lvl3pPr>
            <a:lvl4pPr indent="0" marL="1371600">
              <a:buNone/>
              <a:defRPr b="1" sz="1600"/>
            </a:lvl4pPr>
            <a:lvl5pPr indent="0" marL="1828800">
              <a:buNone/>
              <a:defRPr b="1" sz="1600"/>
            </a:lvl5pPr>
            <a:lvl6pPr indent="0" marL="2286000">
              <a:buNone/>
              <a:defRPr b="1" sz="1600"/>
            </a:lvl6pPr>
            <a:lvl7pPr indent="0" marL="2743200">
              <a:buNone/>
              <a:defRPr b="1" sz="1600"/>
            </a:lvl7pPr>
            <a:lvl8pPr indent="0" marL="3200400">
              <a:buNone/>
              <a:defRPr b="1" sz="1600"/>
            </a:lvl8pPr>
            <a:lvl9pPr indent="0" marL="3657600">
              <a:buNone/>
              <a:defRPr b="1" sz="16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1048710" name="Объект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1048711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indent="0" marL="0">
              <a:buNone/>
              <a:defRPr b="1" sz="2400"/>
            </a:lvl1pPr>
            <a:lvl2pPr indent="0" marL="457200">
              <a:buNone/>
              <a:defRPr b="1" sz="2000"/>
            </a:lvl2pPr>
            <a:lvl3pPr indent="0" marL="914400">
              <a:buNone/>
              <a:defRPr b="1" sz="1800"/>
            </a:lvl3pPr>
            <a:lvl4pPr indent="0" marL="1371600">
              <a:buNone/>
              <a:defRPr b="1" sz="1600"/>
            </a:lvl4pPr>
            <a:lvl5pPr indent="0" marL="1828800">
              <a:buNone/>
              <a:defRPr b="1" sz="1600"/>
            </a:lvl5pPr>
            <a:lvl6pPr indent="0" marL="2286000">
              <a:buNone/>
              <a:defRPr b="1" sz="1600"/>
            </a:lvl6pPr>
            <a:lvl7pPr indent="0" marL="2743200">
              <a:buNone/>
              <a:defRPr b="1" sz="1600"/>
            </a:lvl7pPr>
            <a:lvl8pPr indent="0" marL="3200400">
              <a:buNone/>
              <a:defRPr b="1" sz="1600"/>
            </a:lvl8pPr>
            <a:lvl9pPr indent="0" marL="3657600">
              <a:buNone/>
              <a:defRPr b="1" sz="16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1048712" name="Объект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1048578" name="Rectangle 4"/>
          <p:cNvSpPr/>
          <p:nvPr>
            <p:ph type="dt" sz="half" idx="2"/>
          </p:nvPr>
        </p:nvSpPr>
        <p:spPr>
          <a:xfrm rot="0">
            <a:off x="457200" y="6245225"/>
            <a:ext cx="2133600" cy="476250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5pPr>
          </a:lstStyle>
          <a:p>
            <a:pPr eaLnBrk="1" hangingPunct="1" lvl="0"/>
            <a:endParaRPr altLang="en-US" sz="1400" lang="ru-RU"/>
          </a:p>
        </p:txBody>
      </p:sp>
      <p:sp>
        <p:nvSpPr>
          <p:cNvPr id="1048580" name="Rectangle 6"/>
          <p:cNvSpPr/>
          <p:nvPr>
            <p:ph type="sldNum" sz="quarter" idx="4"/>
          </p:nvPr>
        </p:nvSpPr>
        <p:spPr>
          <a:xfrm rot="0">
            <a:off x="6553200" y="6245225"/>
            <a:ext cx="2133600" cy="476250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5pPr>
          </a:lstStyle>
          <a:p>
            <a:pPr algn="r" eaLnBrk="1" hangingPunct="1" lvl="0"/>
            <a:fld id="{566ABCEB-ACFC-4714-9973-3DA970169C29}" type="slidenum">
              <a:rPr altLang="ru-RU" sz="1400" lang="ru-RU"/>
              <a:pPr algn="r" eaLnBrk="1" hangingPunct="1" lvl="0"/>
            </a:fld>
            <a:endParaRPr altLang="ru-RU" sz="1400" lang="ru-RU"/>
          </a:p>
        </p:txBody>
      </p:sp>
      <p:sp>
        <p:nvSpPr>
          <p:cNvPr id="1048579" name="Rectangle 5"/>
          <p:cNvSpPr/>
          <p:nvPr>
            <p:ph type="ftr" sz="quarter" idx="3"/>
          </p:nvPr>
        </p:nvSpPr>
        <p:spPr>
          <a:xfrm rot="0">
            <a:off x="3124200" y="6245225"/>
            <a:ext cx="2895600" cy="476250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5pPr>
          </a:lstStyle>
          <a:p>
            <a:pPr algn="ctr" eaLnBrk="1" hangingPunct="1" lvl="0"/>
            <a:endParaRPr altLang="en-US" sz="1400"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itleOnly">
  <p:cSld name="Только заголовок">
    <p:spTree>
      <p:nvGrpSpPr>
        <p:cNvPr id="6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13" name="Заголовок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1048578" name="Rectangle 4"/>
          <p:cNvSpPr/>
          <p:nvPr>
            <p:ph type="dt" sz="half" idx="2"/>
          </p:nvPr>
        </p:nvSpPr>
        <p:spPr>
          <a:xfrm rot="0">
            <a:off x="457200" y="6245225"/>
            <a:ext cx="2133600" cy="476250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5pPr>
          </a:lstStyle>
          <a:p>
            <a:pPr eaLnBrk="1" hangingPunct="1" lvl="0"/>
            <a:endParaRPr altLang="en-US" sz="1400" lang="ru-RU"/>
          </a:p>
        </p:txBody>
      </p:sp>
      <p:sp>
        <p:nvSpPr>
          <p:cNvPr id="1048580" name="Rectangle 6"/>
          <p:cNvSpPr/>
          <p:nvPr>
            <p:ph type="sldNum" sz="quarter" idx="4"/>
          </p:nvPr>
        </p:nvSpPr>
        <p:spPr>
          <a:xfrm rot="0">
            <a:off x="6553200" y="6245225"/>
            <a:ext cx="2133600" cy="476250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5pPr>
          </a:lstStyle>
          <a:p>
            <a:pPr algn="r" eaLnBrk="1" hangingPunct="1" lvl="0"/>
            <a:fld id="{566ABCEB-ACFC-4714-9973-3DA970169C29}" type="slidenum">
              <a:rPr altLang="ru-RU" sz="1400" lang="ru-RU"/>
              <a:pPr algn="r" eaLnBrk="1" hangingPunct="1" lvl="0"/>
            </a:fld>
            <a:endParaRPr altLang="ru-RU" sz="1400" lang="ru-RU"/>
          </a:p>
        </p:txBody>
      </p:sp>
      <p:sp>
        <p:nvSpPr>
          <p:cNvPr id="1048579" name="Rectangle 5"/>
          <p:cNvSpPr/>
          <p:nvPr>
            <p:ph type="ftr" sz="quarter" idx="3"/>
          </p:nvPr>
        </p:nvSpPr>
        <p:spPr>
          <a:xfrm rot="0">
            <a:off x="3124200" y="6245225"/>
            <a:ext cx="2895600" cy="476250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5pPr>
          </a:lstStyle>
          <a:p>
            <a:pPr algn="ctr" eaLnBrk="1" hangingPunct="1" lvl="0"/>
            <a:endParaRPr altLang="en-US" sz="1400"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blank">
  <p:cSld name="Пустой слайд">
    <p:spTree>
      <p:nvGrpSpPr>
        <p:cNvPr id="6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78" name="Rectangle 4"/>
          <p:cNvSpPr/>
          <p:nvPr>
            <p:ph type="dt" sz="half" idx="2"/>
          </p:nvPr>
        </p:nvSpPr>
        <p:spPr>
          <a:xfrm rot="0">
            <a:off x="457200" y="6245225"/>
            <a:ext cx="2133600" cy="476250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5pPr>
          </a:lstStyle>
          <a:p>
            <a:pPr eaLnBrk="1" hangingPunct="1" lvl="0"/>
            <a:endParaRPr altLang="en-US" sz="1400" lang="ru-RU"/>
          </a:p>
        </p:txBody>
      </p:sp>
      <p:sp>
        <p:nvSpPr>
          <p:cNvPr id="1048580" name="Rectangle 6"/>
          <p:cNvSpPr/>
          <p:nvPr>
            <p:ph type="sldNum" sz="quarter" idx="4"/>
          </p:nvPr>
        </p:nvSpPr>
        <p:spPr>
          <a:xfrm rot="0">
            <a:off x="6553200" y="6245225"/>
            <a:ext cx="2133600" cy="476250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5pPr>
          </a:lstStyle>
          <a:p>
            <a:pPr algn="r" eaLnBrk="1" hangingPunct="1" lvl="0"/>
            <a:fld id="{566ABCEB-ACFC-4714-9973-3DA970169C29}" type="slidenum">
              <a:rPr altLang="ru-RU" sz="1400" lang="ru-RU"/>
              <a:pPr algn="r" eaLnBrk="1" hangingPunct="1" lvl="0"/>
            </a:fld>
            <a:endParaRPr altLang="ru-RU" sz="1400" lang="ru-RU"/>
          </a:p>
        </p:txBody>
      </p:sp>
      <p:sp>
        <p:nvSpPr>
          <p:cNvPr id="1048579" name="Rectangle 5"/>
          <p:cNvSpPr/>
          <p:nvPr>
            <p:ph type="ftr" sz="quarter" idx="3"/>
          </p:nvPr>
        </p:nvSpPr>
        <p:spPr>
          <a:xfrm rot="0">
            <a:off x="3124200" y="6245225"/>
            <a:ext cx="2895600" cy="476250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5pPr>
          </a:lstStyle>
          <a:p>
            <a:pPr algn="ctr" eaLnBrk="1" hangingPunct="1" lvl="0"/>
            <a:endParaRPr altLang="en-US" sz="1400"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Tx">
  <p:cSld name="Объект с подписью">
    <p:spTree>
      <p:nvGrpSpPr>
        <p:cNvPr id="6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14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b="1" sz="2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1048715" name="Объект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1048716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indent="0" marL="0">
              <a:buNone/>
              <a:defRPr sz="1400"/>
            </a:lvl1pPr>
            <a:lvl2pPr indent="0" marL="457200">
              <a:buNone/>
              <a:defRPr sz="1200"/>
            </a:lvl2pPr>
            <a:lvl3pPr indent="0" marL="914400">
              <a:buNone/>
              <a:defRPr sz="1000"/>
            </a:lvl3pPr>
            <a:lvl4pPr indent="0" marL="1371600">
              <a:buNone/>
              <a:defRPr sz="900"/>
            </a:lvl4pPr>
            <a:lvl5pPr indent="0" marL="1828800">
              <a:buNone/>
              <a:defRPr sz="900"/>
            </a:lvl5pPr>
            <a:lvl6pPr indent="0" marL="2286000">
              <a:buNone/>
              <a:defRPr sz="900"/>
            </a:lvl6pPr>
            <a:lvl7pPr indent="0" marL="2743200">
              <a:buNone/>
              <a:defRPr sz="900"/>
            </a:lvl7pPr>
            <a:lvl8pPr indent="0" marL="3200400">
              <a:buNone/>
              <a:defRPr sz="900"/>
            </a:lvl8pPr>
            <a:lvl9pPr indent="0" marL="365760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1048578" name="Rectangle 4"/>
          <p:cNvSpPr/>
          <p:nvPr>
            <p:ph type="dt" sz="half" idx="2"/>
          </p:nvPr>
        </p:nvSpPr>
        <p:spPr>
          <a:xfrm rot="0">
            <a:off x="457200" y="6245225"/>
            <a:ext cx="2133600" cy="476250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5pPr>
          </a:lstStyle>
          <a:p>
            <a:pPr eaLnBrk="1" hangingPunct="1" lvl="0"/>
            <a:endParaRPr altLang="en-US" sz="1400" lang="ru-RU"/>
          </a:p>
        </p:txBody>
      </p:sp>
      <p:sp>
        <p:nvSpPr>
          <p:cNvPr id="1048580" name="Rectangle 6"/>
          <p:cNvSpPr/>
          <p:nvPr>
            <p:ph type="sldNum" sz="quarter" idx="4"/>
          </p:nvPr>
        </p:nvSpPr>
        <p:spPr>
          <a:xfrm rot="0">
            <a:off x="6553200" y="6245225"/>
            <a:ext cx="2133600" cy="476250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5pPr>
          </a:lstStyle>
          <a:p>
            <a:pPr algn="r" eaLnBrk="1" hangingPunct="1" lvl="0"/>
            <a:fld id="{566ABCEB-ACFC-4714-9973-3DA970169C29}" type="slidenum">
              <a:rPr altLang="ru-RU" sz="1400" lang="ru-RU"/>
              <a:pPr algn="r" eaLnBrk="1" hangingPunct="1" lvl="0"/>
            </a:fld>
            <a:endParaRPr altLang="ru-RU" sz="1400" lang="ru-RU"/>
          </a:p>
        </p:txBody>
      </p:sp>
      <p:sp>
        <p:nvSpPr>
          <p:cNvPr id="1048579" name="Rectangle 5"/>
          <p:cNvSpPr/>
          <p:nvPr>
            <p:ph type="ftr" sz="quarter" idx="3"/>
          </p:nvPr>
        </p:nvSpPr>
        <p:spPr>
          <a:xfrm rot="0">
            <a:off x="3124200" y="6245225"/>
            <a:ext cx="2895600" cy="476250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5pPr>
          </a:lstStyle>
          <a:p>
            <a:pPr algn="ctr" eaLnBrk="1" hangingPunct="1" lvl="0"/>
            <a:endParaRPr altLang="en-US" sz="1400"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picTx">
  <p:cSld name="Рисунок с подписью">
    <p:spTree>
      <p:nvGrpSpPr>
        <p:cNvPr id="6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17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b="1" sz="2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1048718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anchor="t" anchorCtr="0" bIns="45720" compatLnSpc="1" lIns="91440" numCol="1" rIns="91440" tIns="45720" vert="horz" wrap="square">
            <a:prstTxWarp prst="textNoShape"/>
          </a:bodyPr>
          <a:lstStyle>
            <a:lvl1pPr indent="0" marL="0">
              <a:buNone/>
              <a:defRPr sz="3200"/>
            </a:lvl1pPr>
            <a:lvl2pPr indent="0" marL="457200">
              <a:buNone/>
              <a:defRPr sz="2800"/>
            </a:lvl2pPr>
            <a:lvl3pPr indent="0" marL="914400">
              <a:buNone/>
              <a:defRPr sz="2400"/>
            </a:lvl3pPr>
            <a:lvl4pPr indent="0" marL="1371600">
              <a:buNone/>
              <a:defRPr sz="2000"/>
            </a:lvl4pPr>
            <a:lvl5pPr indent="0" marL="1828800">
              <a:buNone/>
              <a:defRPr sz="2000"/>
            </a:lvl5pPr>
            <a:lvl6pPr indent="0" marL="2286000">
              <a:buNone/>
              <a:defRPr sz="2000"/>
            </a:lvl6pPr>
            <a:lvl7pPr indent="0" marL="2743200">
              <a:buNone/>
              <a:defRPr sz="2000"/>
            </a:lvl7pPr>
            <a:lvl8pPr indent="0" marL="3200400">
              <a:buNone/>
              <a:defRPr sz="2000"/>
            </a:lvl8pPr>
            <a:lvl9pPr indent="0" marL="3657600">
              <a:buNone/>
              <a:defRPr sz="2000"/>
            </a:lvl9pPr>
          </a:lstStyle>
          <a:p>
            <a:pPr algn="l" defTabSz="914400" eaLnBrk="0" fontAlgn="base" hangingPunct="0" indent="0" latinLnBrk="0" lvl="0" marL="0" marR="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</a:pPr>
            <a:endParaRPr baseline="0" b="0" cap="none" sz="3200" i="0" kern="0" kumimoji="0" lang="ru-RU" noProof="0" normalizeH="0" spc="0" strike="noStrike" u="none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048719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indent="0" marL="0">
              <a:buNone/>
              <a:defRPr sz="1400"/>
            </a:lvl1pPr>
            <a:lvl2pPr indent="0" marL="457200">
              <a:buNone/>
              <a:defRPr sz="1200"/>
            </a:lvl2pPr>
            <a:lvl3pPr indent="0" marL="914400">
              <a:buNone/>
              <a:defRPr sz="1000"/>
            </a:lvl3pPr>
            <a:lvl4pPr indent="0" marL="1371600">
              <a:buNone/>
              <a:defRPr sz="900"/>
            </a:lvl4pPr>
            <a:lvl5pPr indent="0" marL="1828800">
              <a:buNone/>
              <a:defRPr sz="900"/>
            </a:lvl5pPr>
            <a:lvl6pPr indent="0" marL="2286000">
              <a:buNone/>
              <a:defRPr sz="900"/>
            </a:lvl6pPr>
            <a:lvl7pPr indent="0" marL="2743200">
              <a:buNone/>
              <a:defRPr sz="900"/>
            </a:lvl7pPr>
            <a:lvl8pPr indent="0" marL="3200400">
              <a:buNone/>
              <a:defRPr sz="900"/>
            </a:lvl8pPr>
            <a:lvl9pPr indent="0" marL="365760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1048578" name="Rectangle 4"/>
          <p:cNvSpPr/>
          <p:nvPr>
            <p:ph type="dt" sz="half" idx="2"/>
          </p:nvPr>
        </p:nvSpPr>
        <p:spPr>
          <a:xfrm rot="0">
            <a:off x="457200" y="6245225"/>
            <a:ext cx="2133600" cy="476250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5pPr>
          </a:lstStyle>
          <a:p>
            <a:pPr eaLnBrk="1" hangingPunct="1" lvl="0"/>
            <a:endParaRPr altLang="en-US" sz="1400" lang="ru-RU"/>
          </a:p>
        </p:txBody>
      </p:sp>
      <p:sp>
        <p:nvSpPr>
          <p:cNvPr id="1048580" name="Rectangle 6"/>
          <p:cNvSpPr/>
          <p:nvPr>
            <p:ph type="sldNum" sz="quarter" idx="4"/>
          </p:nvPr>
        </p:nvSpPr>
        <p:spPr>
          <a:xfrm rot="0">
            <a:off x="6553200" y="6245225"/>
            <a:ext cx="2133600" cy="476250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5pPr>
          </a:lstStyle>
          <a:p>
            <a:pPr algn="r" eaLnBrk="1" hangingPunct="1" lvl="0"/>
            <a:fld id="{566ABCEB-ACFC-4714-9973-3DA970169C29}" type="slidenum">
              <a:rPr altLang="ru-RU" sz="1400" lang="ru-RU"/>
              <a:pPr algn="r" eaLnBrk="1" hangingPunct="1" lvl="0"/>
            </a:fld>
            <a:endParaRPr altLang="ru-RU" sz="1400" lang="ru-RU"/>
          </a:p>
        </p:txBody>
      </p:sp>
      <p:sp>
        <p:nvSpPr>
          <p:cNvPr id="1048579" name="Rectangle 5"/>
          <p:cNvSpPr/>
          <p:nvPr>
            <p:ph type="ftr" sz="quarter" idx="3"/>
          </p:nvPr>
        </p:nvSpPr>
        <p:spPr>
          <a:xfrm rot="0">
            <a:off x="3124200" y="6245225"/>
            <a:ext cx="2895600" cy="476250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5pPr>
          </a:lstStyle>
          <a:p>
            <a:pPr algn="ctr" eaLnBrk="1" hangingPunct="1" lvl="0"/>
            <a:endParaRPr altLang="en-US" sz="1400"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vertTx">
  <p:cSld name="Заголовок и вертикальный текст">
    <p:spTree>
      <p:nvGrpSpPr>
        <p:cNvPr id="6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20" name="Заголовок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1048721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1048578" name="Rectangle 4"/>
          <p:cNvSpPr/>
          <p:nvPr>
            <p:ph type="dt" sz="half" idx="2"/>
          </p:nvPr>
        </p:nvSpPr>
        <p:spPr>
          <a:xfrm rot="0">
            <a:off x="457200" y="6245225"/>
            <a:ext cx="2133600" cy="476250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5pPr>
          </a:lstStyle>
          <a:p>
            <a:pPr eaLnBrk="1" hangingPunct="1" lvl="0"/>
            <a:endParaRPr altLang="en-US" sz="1400" lang="ru-RU"/>
          </a:p>
        </p:txBody>
      </p:sp>
      <p:sp>
        <p:nvSpPr>
          <p:cNvPr id="1048580" name="Rectangle 6"/>
          <p:cNvSpPr/>
          <p:nvPr>
            <p:ph type="sldNum" sz="quarter" idx="4"/>
          </p:nvPr>
        </p:nvSpPr>
        <p:spPr>
          <a:xfrm rot="0">
            <a:off x="6553200" y="6245225"/>
            <a:ext cx="2133600" cy="476250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5pPr>
          </a:lstStyle>
          <a:p>
            <a:pPr algn="r" eaLnBrk="1" hangingPunct="1" lvl="0"/>
            <a:fld id="{566ABCEB-ACFC-4714-9973-3DA970169C29}" type="slidenum">
              <a:rPr altLang="ru-RU" sz="1400" lang="ru-RU"/>
              <a:pPr algn="r" eaLnBrk="1" hangingPunct="1" lvl="0"/>
            </a:fld>
            <a:endParaRPr altLang="ru-RU" sz="1400" lang="ru-RU"/>
          </a:p>
        </p:txBody>
      </p:sp>
      <p:sp>
        <p:nvSpPr>
          <p:cNvPr id="1048579" name="Rectangle 5"/>
          <p:cNvSpPr/>
          <p:nvPr>
            <p:ph type="ftr" sz="quarter" idx="3"/>
          </p:nvPr>
        </p:nvSpPr>
        <p:spPr>
          <a:xfrm rot="0">
            <a:off x="3124200" y="6245225"/>
            <a:ext cx="2895600" cy="476250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5pPr>
          </a:lstStyle>
          <a:p>
            <a:pPr algn="ctr" eaLnBrk="1" hangingPunct="1" lvl="0"/>
            <a:endParaRPr altLang="en-US" sz="1400"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vertTitleAndTx">
  <p:cSld name="Вертикальный заголовок и текст">
    <p:spTree>
      <p:nvGrpSpPr>
        <p:cNvPr id="6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2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104872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1048578" name="Rectangle 4"/>
          <p:cNvSpPr/>
          <p:nvPr>
            <p:ph type="dt" sz="half" idx="2"/>
          </p:nvPr>
        </p:nvSpPr>
        <p:spPr>
          <a:xfrm rot="0">
            <a:off x="457200" y="6245225"/>
            <a:ext cx="2133600" cy="476250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5pPr>
          </a:lstStyle>
          <a:p>
            <a:pPr eaLnBrk="1" hangingPunct="1" lvl="0"/>
            <a:endParaRPr altLang="en-US" sz="1400" lang="ru-RU"/>
          </a:p>
        </p:txBody>
      </p:sp>
      <p:sp>
        <p:nvSpPr>
          <p:cNvPr id="1048580" name="Rectangle 6"/>
          <p:cNvSpPr/>
          <p:nvPr>
            <p:ph type="sldNum" sz="quarter" idx="4"/>
          </p:nvPr>
        </p:nvSpPr>
        <p:spPr>
          <a:xfrm rot="0">
            <a:off x="6553200" y="6245225"/>
            <a:ext cx="2133600" cy="476250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5pPr>
          </a:lstStyle>
          <a:p>
            <a:pPr algn="r" eaLnBrk="1" hangingPunct="1" lvl="0"/>
            <a:fld id="{566ABCEB-ACFC-4714-9973-3DA970169C29}" type="slidenum">
              <a:rPr altLang="ru-RU" sz="1400" lang="ru-RU"/>
              <a:pPr algn="r" eaLnBrk="1" hangingPunct="1" lvl="0"/>
            </a:fld>
            <a:endParaRPr altLang="ru-RU" sz="1400" lang="ru-RU"/>
          </a:p>
        </p:txBody>
      </p:sp>
      <p:sp>
        <p:nvSpPr>
          <p:cNvPr id="1048579" name="Rectangle 5"/>
          <p:cNvSpPr/>
          <p:nvPr>
            <p:ph type="ftr" sz="quarter" idx="3"/>
          </p:nvPr>
        </p:nvSpPr>
        <p:spPr>
          <a:xfrm rot="0">
            <a:off x="3124200" y="6245225"/>
            <a:ext cx="2895600" cy="476250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5pPr>
          </a:lstStyle>
          <a:p>
            <a:pPr algn="ctr" eaLnBrk="1" hangingPunct="1" lvl="0"/>
            <a:endParaRPr altLang="en-US" sz="1400" lang="ru-RU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Only">
  <p:cSld name="Объект">
    <p:spTree>
      <p:nvGrpSpPr>
        <p:cNvPr id="6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24" name="Объект 1"/>
          <p:cNvSpPr>
            <a:spLocks noGrp="1"/>
          </p:cNvSpPr>
          <p:nvPr>
            <p:ph/>
          </p:nvPr>
        </p:nvSpPr>
        <p:spPr>
          <a:xfrm>
            <a:off x="457200" y="274638"/>
            <a:ext cx="8229600" cy="5851525"/>
          </a:xfrm>
        </p:spPr>
        <p:txBody>
          <a:bodyPr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1048578" name="Rectangle 4"/>
          <p:cNvSpPr/>
          <p:nvPr>
            <p:ph type="dt" sz="half" idx="2"/>
          </p:nvPr>
        </p:nvSpPr>
        <p:spPr>
          <a:xfrm rot="0">
            <a:off x="457200" y="6245225"/>
            <a:ext cx="2133600" cy="476250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5pPr>
          </a:lstStyle>
          <a:p>
            <a:pPr eaLnBrk="1" hangingPunct="1" lvl="0"/>
            <a:endParaRPr altLang="en-US" sz="1400" lang="ru-RU"/>
          </a:p>
        </p:txBody>
      </p:sp>
      <p:sp>
        <p:nvSpPr>
          <p:cNvPr id="1048580" name="Rectangle 6"/>
          <p:cNvSpPr/>
          <p:nvPr>
            <p:ph type="sldNum" sz="quarter" idx="4"/>
          </p:nvPr>
        </p:nvSpPr>
        <p:spPr>
          <a:xfrm rot="0">
            <a:off x="6553200" y="6245225"/>
            <a:ext cx="2133600" cy="476250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5pPr>
          </a:lstStyle>
          <a:p>
            <a:pPr algn="r" eaLnBrk="1" hangingPunct="1" lvl="0"/>
            <a:fld id="{566ABCEB-ACFC-4714-9973-3DA970169C29}" type="slidenum">
              <a:rPr altLang="ru-RU" sz="1400" lang="ru-RU"/>
              <a:pPr algn="r" eaLnBrk="1" hangingPunct="1" lvl="0"/>
            </a:fld>
            <a:endParaRPr altLang="ru-RU" sz="1400" lang="ru-RU"/>
          </a:p>
        </p:txBody>
      </p:sp>
      <p:sp>
        <p:nvSpPr>
          <p:cNvPr id="1048579" name="Rectangle 5"/>
          <p:cNvSpPr/>
          <p:nvPr>
            <p:ph type="ftr" sz="quarter" idx="3"/>
          </p:nvPr>
        </p:nvSpPr>
        <p:spPr>
          <a:xfrm rot="0">
            <a:off x="3124200" y="6245225"/>
            <a:ext cx="2895600" cy="476250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5pPr>
          </a:lstStyle>
          <a:p>
            <a:pPr algn="ctr" eaLnBrk="1" hangingPunct="1" lvl="0"/>
            <a:endParaRPr altLang="en-US" sz="1400"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white">
      <p:bgPr>
        <a:solidFill>
          <a:schemeClr val="lt1"/>
        </a:solidFill>
      </p:bgPr>
    </p:bg>
    <p:spTree>
      <p:nvGrpSpPr>
        <p:cNvPr id="23" name=""/>
        <p:cNvGrpSpPr/>
        <p:nvPr/>
      </p:nvGrpSpPr>
      <p:grpSpPr>
        <a:xfrm rot="0">
          <a:off x="0" y="0"/>
          <a:ext cx="0" cy="0"/>
          <a:chOff x="0" y="0"/>
          <a:chExt cx="0" cy="0"/>
        </a:xfrm>
      </p:grpSpPr>
      <p:sp>
        <p:nvSpPr>
          <p:cNvPr id="1048576" name="Rectangle 2"/>
          <p:cNvSpPr/>
          <p:nvPr>
            <p:ph type="title" sz="full" idx="0"/>
          </p:nvPr>
        </p:nvSpPr>
        <p:spPr>
          <a:xfrm rot="0">
            <a:off x="457200" y="274637"/>
            <a:ext cx="8229600" cy="1143000"/>
          </a:xfrm>
          <a:prstGeom prst="rect"/>
          <a:noFill/>
          <a:ln>
            <a:noFill/>
          </a:ln>
        </p:spPr>
        <p:txBody>
          <a:bodyPr anchor="ctr" bIns="45720" lIns="91440" rIns="91440" tIns="45720" vert="horz"/>
          <a:p>
            <a:pPr lvl="0"/>
            <a:r>
              <a:rPr altLang="ru-RU" lang="ru-RU"/>
              <a:t>Образец заголовка</a:t>
            </a:r>
          </a:p>
        </p:txBody>
      </p:sp>
      <p:sp>
        <p:nvSpPr>
          <p:cNvPr id="1048577" name="Rectangle 3"/>
          <p:cNvSpPr/>
          <p:nvPr>
            <p:ph type="body" sz="full" idx="1"/>
          </p:nvPr>
        </p:nvSpPr>
        <p:spPr>
          <a:xfrm rot="0">
            <a:off x="457200" y="1600200"/>
            <a:ext cx="8229600" cy="4525962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p>
            <a:pPr lvl="0"/>
            <a:r>
              <a:rPr altLang="ru-RU" lang="ru-RU"/>
              <a:t>Образец текста</a:t>
            </a:r>
          </a:p>
          <a:p>
            <a:pPr lvl="1"/>
            <a:r>
              <a:rPr altLang="ru-RU" lang="ru-RU"/>
              <a:t>Второй уровень</a:t>
            </a:r>
          </a:p>
          <a:p>
            <a:pPr lvl="2"/>
            <a:r>
              <a:rPr altLang="ru-RU" lang="ru-RU"/>
              <a:t>Третий уровень</a:t>
            </a:r>
          </a:p>
          <a:p>
            <a:pPr lvl="3"/>
            <a:r>
              <a:rPr altLang="ru-RU" lang="ru-RU"/>
              <a:t>Четвертый уровень</a:t>
            </a:r>
          </a:p>
          <a:p>
            <a:pPr lvl="4"/>
            <a:r>
              <a:rPr altLang="ru-RU" lang="ru-RU"/>
              <a:t>Пятый уровень</a:t>
            </a:r>
          </a:p>
        </p:txBody>
      </p:sp>
      <p:sp>
        <p:nvSpPr>
          <p:cNvPr id="1048578" name="Rectangle 4"/>
          <p:cNvSpPr/>
          <p:nvPr>
            <p:ph type="dt" sz="half" idx="2"/>
          </p:nvPr>
        </p:nvSpPr>
        <p:spPr>
          <a:xfrm rot="0">
            <a:off x="457200" y="6245225"/>
            <a:ext cx="2133600" cy="476250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5pPr>
          </a:lstStyle>
          <a:p>
            <a:pPr eaLnBrk="1" hangingPunct="1" lvl="0"/>
            <a:endParaRPr altLang="en-US" sz="1400" lang="ru-RU"/>
          </a:p>
        </p:txBody>
      </p:sp>
      <p:sp>
        <p:nvSpPr>
          <p:cNvPr id="1048579" name="Rectangle 5"/>
          <p:cNvSpPr/>
          <p:nvPr>
            <p:ph type="ftr" sz="quarter" idx="3"/>
          </p:nvPr>
        </p:nvSpPr>
        <p:spPr>
          <a:xfrm rot="0">
            <a:off x="3124200" y="6245225"/>
            <a:ext cx="2895600" cy="476250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5pPr>
          </a:lstStyle>
          <a:p>
            <a:pPr algn="ctr" eaLnBrk="1" hangingPunct="1" lvl="0"/>
            <a:endParaRPr altLang="en-US" sz="1400" lang="ru-RU"/>
          </a:p>
        </p:txBody>
      </p:sp>
      <p:sp>
        <p:nvSpPr>
          <p:cNvPr id="1048580" name="Rectangle 6"/>
          <p:cNvSpPr/>
          <p:nvPr>
            <p:ph type="sldNum" sz="quarter" idx="4"/>
          </p:nvPr>
        </p:nvSpPr>
        <p:spPr>
          <a:xfrm rot="0">
            <a:off x="6553200" y="6245225"/>
            <a:ext cx="2133600" cy="476250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5pPr>
          </a:lstStyle>
          <a:p>
            <a:pPr algn="r" eaLnBrk="1" hangingPunct="1" lvl="0"/>
            <a:fld id="{566ABCEB-ACFC-4714-9973-3DA970169C29}" type="slidenum">
              <a:rPr altLang="ru-RU" sz="1400" lang="ru-RU"/>
              <a:pPr algn="r" eaLnBrk="1" hangingPunct="1" lvl="0"/>
            </a:fld>
            <a:endParaRPr altLang="ru-RU" sz="1400" lang="ru-RU"/>
          </a:p>
        </p:txBody>
      </p:sp>
    </p:spTree>
  </p:cSld>
  <p:clrMap accent1="accent1" accent2="accent2" accent3="accent3" accent4="accent4" accent5="accent5" accent6="accent6" bg1="lt1" bg2="dk2" tx1="dk1" tx2="lt2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dt="0" ftr="0" sldNum="0"/>
  <p:txStyles>
    <p:titleStyle>
      <a:lvl1pPr algn="ctr" eaLnBrk="0" fontAlgn="base" hangingPunct="0" rtl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eaLnBrk="0" fontAlgn="base" hangingPunct="0" rtl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2pPr>
      <a:lvl3pPr algn="ctr" eaLnBrk="0" fontAlgn="base" hangingPunct="0" rtl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3pPr>
      <a:lvl4pPr algn="ctr" eaLnBrk="0" fontAlgn="base" hangingPunct="0" rtl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4pPr>
      <a:lvl5pPr algn="ctr" eaLnBrk="0" fontAlgn="base" hangingPunct="0" rtl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5pPr>
      <a:lvl6pPr algn="ctr" fontAlgn="base" marL="457200" rtl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6pPr>
      <a:lvl7pPr algn="ctr" fontAlgn="base" marL="914400" rtl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7pPr>
      <a:lvl8pPr algn="ctr" fontAlgn="base" marL="1371600" rtl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8pPr>
      <a:lvl9pPr algn="ctr" fontAlgn="base" marL="1828800" rtl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9pPr>
    </p:titleStyle>
    <p:bodyStyle>
      <a:lvl1pPr algn="l" eaLnBrk="0" fontAlgn="base" hangingPunct="0" indent="-342900" marL="342900" rtl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algn="l" eaLnBrk="0" fontAlgn="base" hangingPunct="0" indent="-285750" marL="742950" rtl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cs typeface="+mn-cs"/>
        </a:defRPr>
      </a:lvl2pPr>
      <a:lvl3pPr algn="l" eaLnBrk="0" fontAlgn="base" hangingPunct="0" indent="-228600" marL="1143000" rtl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cs typeface="+mn-cs"/>
        </a:defRPr>
      </a:lvl3pPr>
      <a:lvl4pPr algn="l" eaLnBrk="0" fontAlgn="base" hangingPunct="0" indent="-228600" marL="1600200" rtl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cs typeface="+mn-cs"/>
        </a:defRPr>
      </a:lvl4pPr>
      <a:lvl5pPr algn="l" eaLnBrk="0" fontAlgn="base" hangingPunct="0" indent="-228600" marL="2057400" rtl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5pPr>
      <a:lvl6pPr algn="l" fontAlgn="base" indent="-228600" marL="2514600" rtl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6pPr>
      <a:lvl7pPr algn="l" fontAlgn="base" indent="-228600" marL="2971800" rtl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7pPr>
      <a:lvl8pPr algn="l" fontAlgn="base" indent="-228600" marL="3429000" rtl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8pPr>
      <a:lvl9pPr algn="l" fontAlgn="base" indent="-228600" marL="3886200" rtl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ru-RU"/>
      </a:defPPr>
      <a:lvl1pPr algn="l" defTabSz="914400" eaLnBrk="1" hangingPunct="1" latinLnBrk="0" marL="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latinLnBrk="0" marL="4572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latinLnBrk="0" marL="9144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latinLnBrk="0" marL="13716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latinLnBrk="0" marL="18288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latinLnBrk="0" marL="22860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latinLnBrk="0" marL="27432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latinLnBrk="0" marL="32004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latinLnBrk="0" marL="36576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image" Target="../media/image2.wmf"/><Relationship Id="rId3" Type="http://schemas.openxmlformats.org/officeDocument/2006/relationships/slideLayout" Target="../slideLayouts/slideLayout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image" Target="../media/image2.wmf"/><Relationship Id="rId3" Type="http://schemas.openxmlformats.org/officeDocument/2006/relationships/image" Target="../media/image3.jpeg"/><Relationship Id="rId4" Type="http://schemas.openxmlformats.org/officeDocument/2006/relationships/slideLayout" Target="../slideLayouts/slideLayout2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image" Target="../media/image2.wmf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image" Target="../media/image2.wmf"/><Relationship Id="rId3" Type="http://schemas.openxmlformats.org/officeDocument/2006/relationships/image" Target="../media/image4.jpeg"/><Relationship Id="rId4" Type="http://schemas.openxmlformats.org/officeDocument/2006/relationships/slideLayout" Target="../slideLayouts/slideLayout2.xml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image" Target="../media/image2.wmf"/><Relationship Id="rId3" Type="http://schemas.openxmlformats.org/officeDocument/2006/relationships/image" Target="../media/image5.jpeg"/><Relationship Id="rId4" Type="http://schemas.openxmlformats.org/officeDocument/2006/relationships/slideLayout" Target="../slideLayouts/slideLayout2.xml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image" Target="../media/image2.wmf"/><Relationship Id="rId3" Type="http://schemas.openxmlformats.org/officeDocument/2006/relationships/image" Target="../media/image6.jpeg"/><Relationship Id="rId4" Type="http://schemas.openxmlformats.org/officeDocument/2006/relationships/slideLayout" Target="../slideLayouts/slideLayout2.xml"/></Relationships>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image" Target="../media/image2.wmf"/><Relationship Id="rId3" Type="http://schemas.openxmlformats.org/officeDocument/2006/relationships/image" Target="../media/image7.jpeg"/><Relationship Id="rId4" Type="http://schemas.openxmlformats.org/officeDocument/2006/relationships/slideLayout" Target="../slideLayouts/slideLayout2.xml"/></Relationships>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image" Target="../media/image2.wmf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image" Target="../media/image2.wmf"/><Relationship Id="rId3" Type="http://schemas.openxmlformats.org/officeDocument/2006/relationships/image" Target="../media/image8.jpeg"/><Relationship Id="rId4" Type="http://schemas.openxmlformats.org/officeDocument/2006/relationships/slideLayout" Target="../slideLayouts/slideLayout1.xml"/></Relationships>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image" Target="../media/image2.wmf"/><Relationship Id="rId3" Type="http://schemas.openxmlformats.org/officeDocument/2006/relationships/image" Target="../media/image9.jpeg"/><Relationship Id="rId4" Type="http://schemas.openxmlformats.org/officeDocument/2006/relationships/slideLayout" Target="../slideLayouts/slideLayout1.xml"/></Relationships>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image" Target="../media/image2.wmf"/><Relationship Id="rId3" Type="http://schemas.openxmlformats.org/officeDocument/2006/relationships/slideLayout" Target="../slideLayouts/slideLayout1.xml"/></Relationships>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image" Target="../media/image2.wmf"/><Relationship Id="rId3" Type="http://schemas.openxmlformats.org/officeDocument/2006/relationships/image" Target="../media/image10.jpeg"/><Relationship Id="rId4" Type="http://schemas.openxmlformats.org/officeDocument/2006/relationships/slideLayout" Target="../slideLayouts/slideLayout1.xml"/></Relationships>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image" Target="../media/image2.wmf"/><Relationship Id="rId3" Type="http://schemas.openxmlformats.org/officeDocument/2006/relationships/image" Target="../media/image11.jpeg"/><Relationship Id="rId4" Type="http://schemas.openxmlformats.org/officeDocument/2006/relationships/slideLayout" Target="../slideLayouts/slideLayout1.xml"/></Relationships>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image" Target="../media/image2.wmf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image" Target="../media/image2.wmf"/><Relationship Id="rId3" Type="http://schemas.openxmlformats.org/officeDocument/2006/relationships/slideLayout" Target="../slideLayouts/slideLayout1.xml"/></Relationships>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image" Target="../media/image2.wmf"/><Relationship Id="rId3" Type="http://schemas.openxmlformats.org/officeDocument/2006/relationships/slideLayout" Target="../slideLayouts/slideLayout1.xml"/></Relationships>
</file>

<file path=ppt/slides/_rels/slide17.xml.rels><?xml version="1.0" encoding="UTF-8" standalone="yes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image" Target="../media/image2.wmf"/><Relationship Id="rId3" Type="http://schemas.openxmlformats.org/officeDocument/2006/relationships/slideLayout" Target="../slideLayouts/slideLayout1.xml"/></Relationships>
</file>

<file path=ppt/slides/_rels/slide18.xml.rels><?xml version="1.0" encoding="UTF-8" standalone="yes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image" Target="../media/image2.wmf"/><Relationship Id="rId3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1">
  <p:cSld>
    <p:spTree>
      <p:nvGrpSpPr>
        <p:cNvPr id="24" name=""/>
        <p:cNvGrpSpPr/>
        <p:nvPr/>
      </p:nvGrpSpPr>
      <p:grpSpPr>
        <a:xfrm rot="0">
          <a:off x="0" y="0"/>
          <a:ext cx="0" cy="0"/>
          <a:chOff x="0" y="0"/>
          <a:chExt cx="0" cy="0"/>
        </a:xfrm>
      </p:grpSpPr>
      <p:sp>
        <p:nvSpPr>
          <p:cNvPr id="1048581" name="Rectangle 2"/>
          <p:cNvSpPr/>
          <p:nvPr>
            <p:ph type="ctrTitle" sz="full" idx="0"/>
          </p:nvPr>
        </p:nvSpPr>
        <p:spPr>
          <a:xfrm rot="0">
            <a:off x="1547812" y="692150"/>
            <a:ext cx="7596187" cy="2911475"/>
          </a:xfrm>
          <a:prstGeom prst="rect"/>
          <a:noFill/>
          <a:ln>
            <a:noFill/>
          </a:ln>
        </p:spPr>
        <p:txBody>
          <a:bodyPr anchor="ctr" bIns="45720" lIns="91440" rIns="91440" tIns="45720" vert="horz"/>
          <a:lstStyle>
            <a:lvl1pPr algn="ctr">
              <a:defRPr sz="4400"/>
            </a:lvl1pPr>
          </a:lstStyle>
          <a:p>
            <a:pPr eaLnBrk="1" hangingPunct="1" lvl="0"/>
            <a:r>
              <a:rPr altLang="ru-RU" b="1" sz="4000" lang="ru-RU">
                <a:solidFill>
                  <a:srgbClr val="CC0099"/>
                </a:solidFill>
              </a:rPr>
              <a:t>Интернет-технологии</a:t>
            </a:r>
            <a:r>
              <a:rPr altLang="ru-RU" b="1" sz="3800" lang="ru-RU">
                <a:solidFill>
                  <a:srgbClr val="CC0099"/>
                </a:solidFill>
              </a:rPr>
              <a:t> </a:t>
            </a:r>
            <a:br>
              <a:rPr altLang="ru-RU" b="1" sz="3800" lang="ru-RU">
                <a:solidFill>
                  <a:srgbClr val="CC0099"/>
                </a:solidFill>
              </a:rPr>
            </a:br>
            <a:r>
              <a:rPr altLang="ru-RU" b="1" sz="3800" lang="ru-RU">
                <a:solidFill>
                  <a:srgbClr val="CC0099"/>
                </a:solidFill>
              </a:rPr>
              <a:t>в работе психолога</a:t>
            </a:r>
            <a:br>
              <a:rPr altLang="ru-RU" b="1" sz="3800" lang="ru-RU">
                <a:solidFill>
                  <a:srgbClr val="CC0099"/>
                </a:solidFill>
              </a:rPr>
            </a:br>
            <a:r>
              <a:rPr altLang="ru-RU" b="1" sz="3800" lang="ru-RU">
                <a:solidFill>
                  <a:srgbClr val="CC0099"/>
                </a:solidFill>
              </a:rPr>
              <a:t>(сайт)</a:t>
            </a:r>
            <a:br>
              <a:rPr altLang="ru-RU" b="1" sz="3800" lang="ru-RU">
                <a:solidFill>
                  <a:srgbClr val="CC0099"/>
                </a:solidFill>
              </a:rPr>
            </a:br>
            <a:endParaRPr altLang="ru-RU" b="1" sz="3800" lang="ru-RU">
              <a:solidFill>
                <a:srgbClr val="CC0099"/>
              </a:solidFill>
            </a:endParaRPr>
          </a:p>
        </p:txBody>
      </p:sp>
      <p:sp>
        <p:nvSpPr>
          <p:cNvPr id="1048582" name="Rectangle 3"/>
          <p:cNvSpPr/>
          <p:nvPr>
            <p:ph type="subTitle" sz="full" idx="1"/>
          </p:nvPr>
        </p:nvSpPr>
        <p:spPr>
          <a:xfrm rot="0">
            <a:off x="2627312" y="4149725"/>
            <a:ext cx="6042025" cy="1752600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lstStyle>
            <a:lvl1pPr algn="ctr" marL="0">
              <a:buFontTx/>
              <a:buNone/>
              <a:defRPr sz="3200">
                <a:solidFill>
                  <a:schemeClr val="dk1"/>
                </a:solidFill>
              </a:defRPr>
            </a:lvl1pPr>
            <a:lvl2pPr algn="ctr" marL="457200">
              <a:buFontTx/>
              <a:buNone/>
            </a:lvl2pPr>
            <a:lvl3pPr algn="ctr" marL="914400">
              <a:buFontTx/>
              <a:buNone/>
            </a:lvl3pPr>
            <a:lvl4pPr algn="ctr" marL="1371600">
              <a:buFontTx/>
              <a:buNone/>
            </a:lvl4pPr>
            <a:lvl5pPr algn="ctr" marL="1828800">
              <a:buFontTx/>
              <a:buNone/>
            </a:lvl5pPr>
          </a:lstStyle>
          <a:p>
            <a:pPr algn="r" eaLnBrk="1" hangingPunct="1" lvl="0"/>
            <a:endParaRPr altLang="ru-RU" sz="2200" lang="ru-RU">
              <a:solidFill>
                <a:schemeClr val="hlink"/>
              </a:solidFill>
            </a:endParaRPr>
          </a:p>
          <a:p>
            <a:pPr algn="r" eaLnBrk="1" hangingPunct="1" lvl="0"/>
            <a:endParaRPr altLang="ru-RU" sz="2200" lang="ru-RU">
              <a:solidFill>
                <a:schemeClr val="hlink"/>
              </a:solidFill>
            </a:endParaRPr>
          </a:p>
          <a:p>
            <a:pPr algn="r" eaLnBrk="1" hangingPunct="1" lvl="0"/>
            <a:r>
              <a:rPr altLang="ru-RU" sz="2200" lang="ru-RU">
                <a:solidFill>
                  <a:schemeClr val="hlink"/>
                </a:solidFill>
              </a:rPr>
              <a:t>КОСТИНА Любовь Михайловна</a:t>
            </a:r>
          </a:p>
        </p:txBody>
      </p:sp>
      <p:pic>
        <p:nvPicPr>
          <p:cNvPr id="2097152" name="Picture 4" descr="Фон"/>
          <p:cNvPicPr>
            <a:picLocks/>
          </p:cNvPicPr>
          <p:nvPr/>
        </p:nvPicPr>
        <p:blipFill>
          <a:blip xmlns:r="http://schemas.openxmlformats.org/officeDocument/2006/relationships" r:embed="rId1"/>
          <a:srcRect l="0" t="0" r="0" b="0"/>
          <a:stretch>
            <a:fillRect/>
          </a:stretch>
        </p:blipFill>
        <p:spPr>
          <a:xfrm rot="0">
            <a:off x="0" y="0"/>
            <a:ext cx="1590675" cy="6858000"/>
          </a:xfrm>
          <a:prstGeom prst="rect"/>
          <a:noFill/>
          <a:ln>
            <a:noFill/>
          </a:ln>
        </p:spPr>
      </p:pic>
      <p:sp>
        <p:nvSpPr>
          <p:cNvPr id="1048583" name="Rectangle 5"/>
          <p:cNvSpPr/>
          <p:nvPr/>
        </p:nvSpPr>
        <p:spPr>
          <a:xfrm rot="0">
            <a:off x="0" y="0"/>
            <a:ext cx="73025" cy="227012"/>
          </a:xfrm>
          <a:prstGeom prst="rect"/>
          <a:noFill/>
          <a:ln>
            <a:noFill/>
          </a:ln>
        </p:spPr>
        <p:txBody>
          <a:bodyPr anchor="ctr" bIns="22218" lIns="17457" rIns="17457" tIns="22218" vert="horz" wrap="none">
            <a:spAutoFit/>
          </a:bodyPr>
          <a:lstStyle>
            <a:lvl1pPr algn="l" eaLnBrk="0" fontAlgn="base" hangingPunct="0" indent="-342900" latinLnBrk="0" marL="3429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baseline="0" b="0" sz="32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1pPr>
            <a:lvl2pPr algn="l" eaLnBrk="0" fontAlgn="base" hangingPunct="0" indent="-285750" latinLnBrk="0" marL="74295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–"/>
              <a:defRPr baseline="0" b="0" sz="2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2pPr>
            <a:lvl3pPr algn="l" eaLnBrk="0" fontAlgn="base" hangingPunct="0" indent="-228600" latinLnBrk="0" marL="11430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baseline="0" b="0" sz="24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3pPr>
            <a:lvl4pPr algn="l" eaLnBrk="0" fontAlgn="base" hangingPunct="0" indent="-228600" latinLnBrk="0" marL="16002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–"/>
              <a:defRPr baseline="0" b="0" sz="20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4pPr>
            <a:lvl5pPr algn="l" eaLnBrk="0" fontAlgn="base" hangingPunct="0" indent="-228600" latinLnBrk="0" marL="20574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»"/>
              <a:defRPr baseline="0" b="0" sz="20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5pPr>
          </a:lstStyle>
          <a:p>
            <a:pPr eaLnBrk="1" hangingPunct="1" indent="0" lvl="0" marL="0">
              <a:spcBef>
                <a:spcPct val="0"/>
              </a:spcBef>
              <a:buFontTx/>
              <a:buNone/>
            </a:pPr>
            <a:r>
              <a:rPr altLang="ru-RU" sz="1200" lang="ru-RU">
                <a:latin typeface="Times New Roman" pitchFamily="18" charset="0"/>
                <a:ea typeface="Times New Roman" pitchFamily="18" charset="0"/>
              </a:rPr>
              <a:t> </a:t>
            </a:r>
          </a:p>
        </p:txBody>
      </p:sp>
      <p:sp>
        <p:nvSpPr>
          <p:cNvPr id="1048584" name="Rectangle 6"/>
          <p:cNvSpPr/>
          <p:nvPr/>
        </p:nvSpPr>
        <p:spPr>
          <a:xfrm rot="0">
            <a:off x="0" y="227012"/>
            <a:ext cx="73025" cy="227012"/>
          </a:xfrm>
          <a:prstGeom prst="rect"/>
          <a:noFill/>
          <a:ln>
            <a:noFill/>
          </a:ln>
        </p:spPr>
        <p:txBody>
          <a:bodyPr anchor="ctr" bIns="22218" lIns="17457" rIns="17457" tIns="22218" vert="horz" wrap="none">
            <a:spAutoFit/>
          </a:bodyPr>
          <a:lstStyle>
            <a:lvl1pPr algn="l" eaLnBrk="0" fontAlgn="base" hangingPunct="0" indent="-342900" latinLnBrk="0" marL="3429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baseline="0" b="0" sz="32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1pPr>
            <a:lvl2pPr algn="l" eaLnBrk="0" fontAlgn="base" hangingPunct="0" indent="-285750" latinLnBrk="0" marL="74295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–"/>
              <a:defRPr baseline="0" b="0" sz="2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2pPr>
            <a:lvl3pPr algn="l" eaLnBrk="0" fontAlgn="base" hangingPunct="0" indent="-228600" latinLnBrk="0" marL="11430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baseline="0" b="0" sz="24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3pPr>
            <a:lvl4pPr algn="l" eaLnBrk="0" fontAlgn="base" hangingPunct="0" indent="-228600" latinLnBrk="0" marL="16002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–"/>
              <a:defRPr baseline="0" b="0" sz="20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4pPr>
            <a:lvl5pPr algn="l" eaLnBrk="0" fontAlgn="base" hangingPunct="0" indent="-228600" latinLnBrk="0" marL="20574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»"/>
              <a:defRPr baseline="0" b="0" sz="20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5pPr>
          </a:lstStyle>
          <a:p>
            <a:pPr eaLnBrk="1" hangingPunct="1" indent="0" lvl="0" marL="0">
              <a:spcBef>
                <a:spcPct val="0"/>
              </a:spcBef>
              <a:buFontTx/>
              <a:buNone/>
            </a:pPr>
            <a:r>
              <a:rPr altLang="ru-RU" sz="1200" lang="ru-RU">
                <a:latin typeface="Times New Roman" pitchFamily="18" charset="0"/>
                <a:ea typeface="Times New Roman" pitchFamily="18" charset="0"/>
              </a:rPr>
              <a:t> </a:t>
            </a:r>
          </a:p>
        </p:txBody>
      </p:sp>
      <p:sp>
        <p:nvSpPr>
          <p:cNvPr id="1048585" name="Rectangle 7"/>
          <p:cNvSpPr/>
          <p:nvPr/>
        </p:nvSpPr>
        <p:spPr>
          <a:xfrm rot="0">
            <a:off x="0" y="454025"/>
            <a:ext cx="222250" cy="274637"/>
          </a:xfrm>
          <a:prstGeom prst="rect"/>
          <a:noFill/>
          <a:ln>
            <a:noFill/>
          </a:ln>
        </p:spPr>
        <p:txBody>
          <a:bodyPr anchor="ctr" bIns="45720" lIns="91440" rIns="91440" tIns="45720" vert="horz" wrap="none">
            <a:spAutoFit/>
          </a:bodyPr>
          <a:lstStyle>
            <a:lvl1pPr algn="l" eaLnBrk="0" fontAlgn="base" hangingPunct="0" indent="-342900" latinLnBrk="0" marL="3429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baseline="0" b="0" sz="32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1pPr>
            <a:lvl2pPr algn="l" eaLnBrk="0" fontAlgn="base" hangingPunct="0" indent="-285750" latinLnBrk="0" marL="74295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–"/>
              <a:defRPr baseline="0" b="0" sz="2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2pPr>
            <a:lvl3pPr algn="l" eaLnBrk="0" fontAlgn="base" hangingPunct="0" indent="-228600" latinLnBrk="0" marL="11430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baseline="0" b="0" sz="24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3pPr>
            <a:lvl4pPr algn="l" eaLnBrk="0" fontAlgn="base" hangingPunct="0" indent="-228600" latinLnBrk="0" marL="16002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–"/>
              <a:defRPr baseline="0" b="0" sz="20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4pPr>
            <a:lvl5pPr algn="l" eaLnBrk="0" fontAlgn="base" hangingPunct="0" indent="-228600" latinLnBrk="0" marL="20574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»"/>
              <a:defRPr baseline="0" b="0" sz="20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5pPr>
          </a:lstStyle>
          <a:p>
            <a:pPr eaLnBrk="1" hangingPunct="1" indent="0" lvl="0" marL="0">
              <a:spcBef>
                <a:spcPct val="0"/>
              </a:spcBef>
              <a:buFontTx/>
              <a:buNone/>
            </a:pPr>
            <a:r>
              <a:rPr altLang="ru-RU" sz="1200" lang="ru-RU">
                <a:latin typeface="Times New Roman" pitchFamily="18" charset="0"/>
                <a:ea typeface="Times New Roman" pitchFamily="18" charset="0"/>
              </a:rPr>
              <a:t> </a:t>
            </a:r>
          </a:p>
        </p:txBody>
      </p:sp>
      <p:sp>
        <p:nvSpPr>
          <p:cNvPr id="1048586" name="Rectangle 8"/>
          <p:cNvSpPr/>
          <p:nvPr/>
        </p:nvSpPr>
        <p:spPr>
          <a:xfrm rot="0">
            <a:off x="0" y="0"/>
            <a:ext cx="73025" cy="227012"/>
          </a:xfrm>
          <a:prstGeom prst="rect"/>
          <a:noFill/>
          <a:ln>
            <a:noFill/>
          </a:ln>
        </p:spPr>
        <p:txBody>
          <a:bodyPr anchor="ctr" bIns="22218" lIns="17457" rIns="17457" tIns="22218" vert="horz" wrap="none">
            <a:spAutoFit/>
          </a:bodyPr>
          <a:lstStyle>
            <a:lvl1pPr algn="l" eaLnBrk="0" fontAlgn="base" hangingPunct="0" indent="-342900" latinLnBrk="0" marL="3429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baseline="0" b="0" sz="32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1pPr>
            <a:lvl2pPr algn="l" eaLnBrk="0" fontAlgn="base" hangingPunct="0" indent="-285750" latinLnBrk="0" marL="74295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–"/>
              <a:defRPr baseline="0" b="0" sz="2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2pPr>
            <a:lvl3pPr algn="l" eaLnBrk="0" fontAlgn="base" hangingPunct="0" indent="-228600" latinLnBrk="0" marL="11430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baseline="0" b="0" sz="24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3pPr>
            <a:lvl4pPr algn="l" eaLnBrk="0" fontAlgn="base" hangingPunct="0" indent="-228600" latinLnBrk="0" marL="16002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–"/>
              <a:defRPr baseline="0" b="0" sz="20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4pPr>
            <a:lvl5pPr algn="l" eaLnBrk="0" fontAlgn="base" hangingPunct="0" indent="-228600" latinLnBrk="0" marL="20574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»"/>
              <a:defRPr baseline="0" b="0" sz="20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5pPr>
          </a:lstStyle>
          <a:p>
            <a:pPr eaLnBrk="1" hangingPunct="1" indent="0" lvl="0" marL="0">
              <a:spcBef>
                <a:spcPct val="0"/>
              </a:spcBef>
              <a:buFontTx/>
              <a:buNone/>
            </a:pPr>
            <a:r>
              <a:rPr altLang="ru-RU" sz="1200" lang="ru-RU">
                <a:latin typeface="Times New Roman" pitchFamily="18" charset="0"/>
                <a:ea typeface="Times New Roman" pitchFamily="18" charset="0"/>
              </a:rPr>
              <a:t> </a:t>
            </a:r>
          </a:p>
        </p:txBody>
      </p:sp>
      <p:sp>
        <p:nvSpPr>
          <p:cNvPr id="1048587" name="Rectangle 9"/>
          <p:cNvSpPr/>
          <p:nvPr/>
        </p:nvSpPr>
        <p:spPr>
          <a:xfrm rot="0">
            <a:off x="0" y="227012"/>
            <a:ext cx="73025" cy="227012"/>
          </a:xfrm>
          <a:prstGeom prst="rect"/>
          <a:noFill/>
          <a:ln>
            <a:noFill/>
          </a:ln>
        </p:spPr>
        <p:txBody>
          <a:bodyPr anchor="ctr" bIns="22218" lIns="17457" rIns="17457" tIns="22218" vert="horz" wrap="none">
            <a:spAutoFit/>
          </a:bodyPr>
          <a:lstStyle>
            <a:lvl1pPr algn="l" eaLnBrk="0" fontAlgn="base" hangingPunct="0" indent="-342900" latinLnBrk="0" marL="3429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baseline="0" b="0" sz="32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1pPr>
            <a:lvl2pPr algn="l" eaLnBrk="0" fontAlgn="base" hangingPunct="0" indent="-285750" latinLnBrk="0" marL="74295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–"/>
              <a:defRPr baseline="0" b="0" sz="2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2pPr>
            <a:lvl3pPr algn="l" eaLnBrk="0" fontAlgn="base" hangingPunct="0" indent="-228600" latinLnBrk="0" marL="11430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baseline="0" b="0" sz="24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3pPr>
            <a:lvl4pPr algn="l" eaLnBrk="0" fontAlgn="base" hangingPunct="0" indent="-228600" latinLnBrk="0" marL="16002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–"/>
              <a:defRPr baseline="0" b="0" sz="20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4pPr>
            <a:lvl5pPr algn="l" eaLnBrk="0" fontAlgn="base" hangingPunct="0" indent="-228600" latinLnBrk="0" marL="20574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»"/>
              <a:defRPr baseline="0" b="0" sz="20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5pPr>
          </a:lstStyle>
          <a:p>
            <a:pPr eaLnBrk="1" hangingPunct="1" indent="0" lvl="0" marL="0">
              <a:spcBef>
                <a:spcPct val="0"/>
              </a:spcBef>
              <a:buFontTx/>
              <a:buNone/>
            </a:pPr>
            <a:r>
              <a:rPr altLang="ru-RU" sz="1200" lang="ru-RU">
                <a:latin typeface="Times New Roman" pitchFamily="18" charset="0"/>
                <a:ea typeface="Times New Roman" pitchFamily="18" charset="0"/>
              </a:rPr>
              <a:t> </a:t>
            </a:r>
          </a:p>
        </p:txBody>
      </p:sp>
      <p:sp>
        <p:nvSpPr>
          <p:cNvPr id="1048588" name="Rectangle 10"/>
          <p:cNvSpPr/>
          <p:nvPr/>
        </p:nvSpPr>
        <p:spPr>
          <a:xfrm rot="0">
            <a:off x="0" y="454025"/>
            <a:ext cx="222250" cy="274637"/>
          </a:xfrm>
          <a:prstGeom prst="rect"/>
          <a:noFill/>
          <a:ln>
            <a:noFill/>
          </a:ln>
        </p:spPr>
        <p:txBody>
          <a:bodyPr anchor="ctr" bIns="45720" lIns="91440" rIns="91440" tIns="45720" vert="horz" wrap="none">
            <a:spAutoFit/>
          </a:bodyPr>
          <a:lstStyle>
            <a:lvl1pPr algn="l" eaLnBrk="0" fontAlgn="base" hangingPunct="0" indent="-342900" latinLnBrk="0" marL="3429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baseline="0" b="0" sz="32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1pPr>
            <a:lvl2pPr algn="l" eaLnBrk="0" fontAlgn="base" hangingPunct="0" indent="-285750" latinLnBrk="0" marL="74295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–"/>
              <a:defRPr baseline="0" b="0" sz="2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2pPr>
            <a:lvl3pPr algn="l" eaLnBrk="0" fontAlgn="base" hangingPunct="0" indent="-228600" latinLnBrk="0" marL="11430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baseline="0" b="0" sz="24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3pPr>
            <a:lvl4pPr algn="l" eaLnBrk="0" fontAlgn="base" hangingPunct="0" indent="-228600" latinLnBrk="0" marL="16002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–"/>
              <a:defRPr baseline="0" b="0" sz="20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4pPr>
            <a:lvl5pPr algn="l" eaLnBrk="0" fontAlgn="base" hangingPunct="0" indent="-228600" latinLnBrk="0" marL="20574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»"/>
              <a:defRPr baseline="0" b="0" sz="20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5pPr>
          </a:lstStyle>
          <a:p>
            <a:pPr eaLnBrk="1" hangingPunct="1" indent="0" lvl="0" marL="0">
              <a:spcBef>
                <a:spcPct val="0"/>
              </a:spcBef>
              <a:buFontTx/>
              <a:buNone/>
            </a:pPr>
            <a:r>
              <a:rPr altLang="ru-RU" sz="1200" lang="ru-RU">
                <a:latin typeface="Times New Roman" pitchFamily="18" charset="0"/>
                <a:ea typeface="Times New Roman" pitchFamily="18" charset="0"/>
              </a:rPr>
              <a:t> </a:t>
            </a:r>
          </a:p>
        </p:txBody>
      </p:sp>
      <p:pic>
        <p:nvPicPr>
          <p:cNvPr id="2097153" name="Picture 10" descr="j0205582"/>
          <p:cNvPicPr>
            <a:picLocks/>
          </p:cNvPicPr>
          <p:nvPr/>
        </p:nvPicPr>
        <p:blipFill>
          <a:blip xmlns:r="http://schemas.openxmlformats.org/officeDocument/2006/relationships" r:embed="rId2"/>
          <a:srcRect l="0" t="0" r="0" b="0"/>
          <a:stretch>
            <a:fillRect/>
          </a:stretch>
        </p:blipFill>
        <p:spPr>
          <a:xfrm rot="0">
            <a:off x="-252412" y="-100012"/>
            <a:ext cx="1776412" cy="1630362"/>
          </a:xfrm>
          <a:prstGeom prst="rect"/>
          <a:noFill/>
          <a:ln>
            <a:noFill/>
          </a:ln>
        </p:spPr>
      </p:pic>
    </p:spTree>
  </p:cSld>
  <p:clrMapOvr>
    <a:masterClrMapping/>
  </p:clrMapOvr>
  <p:timing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="1" showMasterSp="1">
  <p:cSld>
    <p:spTree>
      <p:nvGrpSpPr>
        <p:cNvPr id="34" name=""/>
        <p:cNvGrpSpPr/>
        <p:nvPr/>
      </p:nvGrpSpPr>
      <p:grpSpPr>
        <a:xfrm rot="0">
          <a:off x="0" y="0"/>
          <a:ext cx="0" cy="0"/>
          <a:chOff x="0" y="0"/>
          <a:chExt cx="0" cy="0"/>
        </a:xfrm>
      </p:grpSpPr>
      <p:sp>
        <p:nvSpPr>
          <p:cNvPr id="1048591" name="Rectangle 2"/>
          <p:cNvSpPr/>
          <p:nvPr>
            <p:ph type="title" sz="full" idx="0"/>
          </p:nvPr>
        </p:nvSpPr>
        <p:spPr>
          <a:xfrm rot="0">
            <a:off x="1692275" y="142875"/>
            <a:ext cx="7272337" cy="1143000"/>
          </a:xfrm>
          <a:prstGeom prst="rect"/>
          <a:noFill/>
          <a:ln>
            <a:noFill/>
          </a:ln>
        </p:spPr>
        <p:txBody>
          <a:bodyPr anchor="ctr" bIns="45720" lIns="91440" rIns="91440" tIns="45720" vert="horz"/>
          <a:lstStyle>
            <a:lvl1pPr algn="ctr" eaLnBrk="0" fontAlgn="base" hangingPunct="0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4400" i="0" u="none">
                <a:solidFill>
                  <a:schemeClr val="lt2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1pPr>
          </a:lstStyle>
          <a:p>
            <a:pPr eaLnBrk="1" hangingPunct="1" lvl="0"/>
            <a:r>
              <a:rPr altLang="ru-RU" b="1" sz="3600" lang="ru-RU">
                <a:solidFill>
                  <a:srgbClr val="CC0099"/>
                </a:solidFill>
              </a:rPr>
              <a:t>Основные понятия</a:t>
            </a:r>
          </a:p>
        </p:txBody>
      </p:sp>
      <p:pic>
        <p:nvPicPr>
          <p:cNvPr id="2097154" name="Picture 3" descr="Фон"/>
          <p:cNvPicPr>
            <a:picLocks/>
          </p:cNvPicPr>
          <p:nvPr/>
        </p:nvPicPr>
        <p:blipFill>
          <a:blip xmlns:r="http://schemas.openxmlformats.org/officeDocument/2006/relationships" r:embed="rId1"/>
          <a:srcRect l="0" t="0" r="0" b="0"/>
          <a:stretch>
            <a:fillRect/>
          </a:stretch>
        </p:blipFill>
        <p:spPr>
          <a:xfrm rot="0">
            <a:off x="0" y="0"/>
            <a:ext cx="1590675" cy="6858000"/>
          </a:xfrm>
          <a:prstGeom prst="rect"/>
          <a:noFill/>
          <a:ln>
            <a:noFill/>
          </a:ln>
        </p:spPr>
      </p:pic>
      <p:sp>
        <p:nvSpPr>
          <p:cNvPr id="1048592" name="Rectangle 4"/>
          <p:cNvSpPr/>
          <p:nvPr/>
        </p:nvSpPr>
        <p:spPr>
          <a:xfrm rot="0">
            <a:off x="2019300" y="1517650"/>
            <a:ext cx="6618287" cy="4537075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lstStyle>
            <a:lvl1pPr algn="l" eaLnBrk="0" fontAlgn="base" hangingPunct="0" indent="-342900" latinLnBrk="0" marL="3429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baseline="0" b="0" sz="32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1pPr>
            <a:lvl2pPr algn="l" eaLnBrk="0" fontAlgn="base" hangingPunct="0" indent="-285750" latinLnBrk="0" marL="74295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–"/>
              <a:defRPr baseline="0" b="0" sz="2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2pPr>
            <a:lvl3pPr algn="l" eaLnBrk="0" fontAlgn="base" hangingPunct="0" indent="-228600" latinLnBrk="0" marL="11430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baseline="0" b="0" sz="24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3pPr>
            <a:lvl4pPr algn="l" eaLnBrk="0" fontAlgn="base" hangingPunct="0" indent="-228600" latinLnBrk="0" marL="16002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–"/>
              <a:defRPr baseline="0" b="0" sz="20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4pPr>
            <a:lvl5pPr algn="l" eaLnBrk="0" fontAlgn="base" hangingPunct="0" indent="-228600" latinLnBrk="0" marL="20574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»"/>
              <a:defRPr baseline="0" b="0" sz="20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5pPr>
          </a:lstStyle>
          <a:p>
            <a:pPr eaLnBrk="1" hangingPunct="1" indent="-342900" lvl="0" marL="342900">
              <a:buFontTx/>
              <a:buNone/>
            </a:pPr>
            <a:r>
              <a:rPr altLang="ru-RU" b="1" sz="2400" lang="ru-RU"/>
              <a:t>Сайт</a:t>
            </a:r>
            <a:r>
              <a:rPr altLang="ru-RU" sz="2400" lang="ru-RU"/>
              <a:t>– интерактивный интернет-ресурс для информационно-просветительской и презентационной работы психолога с клиентами и коллегами в дистанционном режиме</a:t>
            </a:r>
          </a:p>
          <a:p>
            <a:pPr eaLnBrk="1" hangingPunct="1" indent="-342900" lvl="0" marL="342900">
              <a:buFontTx/>
              <a:buNone/>
            </a:pPr>
            <a:endParaRPr altLang="ru-RU" b="1" sz="2200" lang="ru-RU"/>
          </a:p>
        </p:txBody>
      </p:sp>
      <p:pic>
        <p:nvPicPr>
          <p:cNvPr id="2097155" name="Picture 10" descr="j0205582"/>
          <p:cNvPicPr>
            <a:picLocks/>
          </p:cNvPicPr>
          <p:nvPr/>
        </p:nvPicPr>
        <p:blipFill>
          <a:blip xmlns:r="http://schemas.openxmlformats.org/officeDocument/2006/relationships" r:embed="rId2"/>
          <a:srcRect l="0" t="0" r="0" b="0"/>
          <a:stretch>
            <a:fillRect/>
          </a:stretch>
        </p:blipFill>
        <p:spPr>
          <a:xfrm rot="0">
            <a:off x="-252412" y="-100012"/>
            <a:ext cx="1776412" cy="1630362"/>
          </a:xfrm>
          <a:prstGeom prst="rect"/>
          <a:noFill/>
          <a:ln>
            <a:noFill/>
          </a:ln>
        </p:spPr>
      </p:pic>
      <p:pic>
        <p:nvPicPr>
          <p:cNvPr id="2097156" name="Picture 2" descr="https://avatars.mds.yandex.net/i?id=b45f5d0f0ddca1647b3da712dfc492c123b63da1-8186099-images-thumbs&amp;n=13"/>
          <p:cNvPicPr>
            <a:picLocks/>
          </p:cNvPicPr>
          <p:nvPr/>
        </p:nvPicPr>
        <p:blipFill>
          <a:blip xmlns:r="http://schemas.openxmlformats.org/officeDocument/2006/relationships" r:embed="rId3"/>
          <a:srcRect l="0" t="0" r="0" b="0"/>
          <a:stretch>
            <a:fillRect/>
          </a:stretch>
        </p:blipFill>
        <p:spPr>
          <a:xfrm rot="0">
            <a:off x="3276600" y="3860800"/>
            <a:ext cx="3935412" cy="2624137"/>
          </a:xfrm>
          <a:prstGeom prst="rect"/>
          <a:noFill/>
          <a:ln>
            <a:noFill/>
          </a:ln>
        </p:spPr>
      </p:pic>
    </p:spTree>
  </p:cSld>
  <p:clrMapOvr>
    <a:masterClrMapping/>
  </p:clrMapOvr>
  <p:transition spd="fast" advClick="1"/>
  <p:timing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1">
  <p:cSld>
    <p:spTree>
      <p:nvGrpSpPr>
        <p:cNvPr id="36" name=""/>
        <p:cNvGrpSpPr/>
        <p:nvPr/>
      </p:nvGrpSpPr>
      <p:grpSpPr>
        <a:xfrm rot="0">
          <a:off x="0" y="0"/>
          <a:ext cx="0" cy="0"/>
          <a:chOff x="0" y="0"/>
          <a:chExt cx="0" cy="0"/>
        </a:xfrm>
      </p:grpSpPr>
      <p:sp>
        <p:nvSpPr>
          <p:cNvPr id="1048595" name="Rectangle 3"/>
          <p:cNvSpPr/>
          <p:nvPr>
            <p:ph type="subTitle" sz="full" idx="1"/>
          </p:nvPr>
        </p:nvSpPr>
        <p:spPr>
          <a:xfrm rot="0">
            <a:off x="1744662" y="2205037"/>
            <a:ext cx="7372350" cy="1752600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lstStyle>
            <a:lvl1pPr algn="ctr" marL="0">
              <a:buFontTx/>
              <a:buNone/>
              <a:defRPr sz="3200">
                <a:solidFill>
                  <a:schemeClr val="dk1"/>
                </a:solidFill>
              </a:defRPr>
            </a:lvl1pPr>
            <a:lvl2pPr algn="ctr" marL="457200">
              <a:buFontTx/>
              <a:buNone/>
            </a:lvl2pPr>
            <a:lvl3pPr algn="ctr" marL="914400">
              <a:buFontTx/>
              <a:buNone/>
            </a:lvl3pPr>
            <a:lvl4pPr algn="ctr" marL="1371600">
              <a:buFontTx/>
              <a:buNone/>
            </a:lvl4pPr>
            <a:lvl5pPr algn="ctr" marL="1828800">
              <a:buFontTx/>
              <a:buNone/>
            </a:lvl5pPr>
          </a:lstStyle>
          <a:p>
            <a:pPr algn="r" eaLnBrk="1" hangingPunct="1" lvl="0"/>
            <a:endParaRPr altLang="ru-RU" sz="2200" lang="ru-RU">
              <a:solidFill>
                <a:schemeClr val="hlink"/>
              </a:solidFill>
            </a:endParaRPr>
          </a:p>
          <a:p>
            <a:pPr eaLnBrk="1" hangingPunct="1" lvl="0"/>
            <a:r>
              <a:rPr altLang="ru-RU" b="1" sz="4800" lang="ru-RU">
                <a:solidFill>
                  <a:schemeClr val="hlink"/>
                </a:solidFill>
              </a:rPr>
              <a:t>ВИДЫ САЙТОВ </a:t>
            </a:r>
          </a:p>
        </p:txBody>
      </p:sp>
      <p:pic>
        <p:nvPicPr>
          <p:cNvPr id="2097157" name="Picture 4" descr="Фон"/>
          <p:cNvPicPr>
            <a:picLocks/>
          </p:cNvPicPr>
          <p:nvPr/>
        </p:nvPicPr>
        <p:blipFill>
          <a:blip xmlns:r="http://schemas.openxmlformats.org/officeDocument/2006/relationships" r:embed="rId1"/>
          <a:srcRect l="0" t="0" r="0" b="0"/>
          <a:stretch>
            <a:fillRect/>
          </a:stretch>
        </p:blipFill>
        <p:spPr>
          <a:xfrm rot="0">
            <a:off x="0" y="0"/>
            <a:ext cx="1590675" cy="6858000"/>
          </a:xfrm>
          <a:prstGeom prst="rect"/>
          <a:noFill/>
          <a:ln>
            <a:noFill/>
          </a:ln>
        </p:spPr>
      </p:pic>
      <p:sp>
        <p:nvSpPr>
          <p:cNvPr id="1048596" name="Rectangle 5"/>
          <p:cNvSpPr/>
          <p:nvPr/>
        </p:nvSpPr>
        <p:spPr>
          <a:xfrm rot="0">
            <a:off x="0" y="0"/>
            <a:ext cx="73025" cy="227012"/>
          </a:xfrm>
          <a:prstGeom prst="rect"/>
          <a:noFill/>
          <a:ln>
            <a:noFill/>
          </a:ln>
        </p:spPr>
        <p:txBody>
          <a:bodyPr anchor="ctr" bIns="22218" lIns="17457" rIns="17457" tIns="22218" vert="horz" wrap="none">
            <a:spAutoFit/>
          </a:bodyPr>
          <a:lstStyle>
            <a:lvl1pPr algn="l" eaLnBrk="0" fontAlgn="base" hangingPunct="0" indent="-342900" latinLnBrk="0" marL="3429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baseline="0" b="0" sz="32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1pPr>
            <a:lvl2pPr algn="l" eaLnBrk="0" fontAlgn="base" hangingPunct="0" indent="-285750" latinLnBrk="0" marL="74295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–"/>
              <a:defRPr baseline="0" b="0" sz="2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2pPr>
            <a:lvl3pPr algn="l" eaLnBrk="0" fontAlgn="base" hangingPunct="0" indent="-228600" latinLnBrk="0" marL="11430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baseline="0" b="0" sz="24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3pPr>
            <a:lvl4pPr algn="l" eaLnBrk="0" fontAlgn="base" hangingPunct="0" indent="-228600" latinLnBrk="0" marL="16002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–"/>
              <a:defRPr baseline="0" b="0" sz="20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4pPr>
            <a:lvl5pPr algn="l" eaLnBrk="0" fontAlgn="base" hangingPunct="0" indent="-228600" latinLnBrk="0" marL="20574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»"/>
              <a:defRPr baseline="0" b="0" sz="20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5pPr>
          </a:lstStyle>
          <a:p>
            <a:pPr eaLnBrk="1" hangingPunct="1" indent="0" lvl="0" marL="0">
              <a:spcBef>
                <a:spcPct val="0"/>
              </a:spcBef>
              <a:buFontTx/>
              <a:buNone/>
            </a:pPr>
            <a:r>
              <a:rPr altLang="ru-RU" sz="1200" lang="ru-RU">
                <a:latin typeface="Times New Roman" pitchFamily="18" charset="0"/>
                <a:ea typeface="Times New Roman" pitchFamily="18" charset="0"/>
              </a:rPr>
              <a:t> </a:t>
            </a:r>
          </a:p>
        </p:txBody>
      </p:sp>
      <p:sp>
        <p:nvSpPr>
          <p:cNvPr id="1048597" name="Rectangle 6"/>
          <p:cNvSpPr/>
          <p:nvPr/>
        </p:nvSpPr>
        <p:spPr>
          <a:xfrm rot="0">
            <a:off x="0" y="227012"/>
            <a:ext cx="73025" cy="227012"/>
          </a:xfrm>
          <a:prstGeom prst="rect"/>
          <a:noFill/>
          <a:ln>
            <a:noFill/>
          </a:ln>
        </p:spPr>
        <p:txBody>
          <a:bodyPr anchor="ctr" bIns="22218" lIns="17457" rIns="17457" tIns="22218" vert="horz" wrap="none">
            <a:spAutoFit/>
          </a:bodyPr>
          <a:lstStyle>
            <a:lvl1pPr algn="l" eaLnBrk="0" fontAlgn="base" hangingPunct="0" indent="-342900" latinLnBrk="0" marL="3429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baseline="0" b="0" sz="32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1pPr>
            <a:lvl2pPr algn="l" eaLnBrk="0" fontAlgn="base" hangingPunct="0" indent="-285750" latinLnBrk="0" marL="74295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–"/>
              <a:defRPr baseline="0" b="0" sz="2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2pPr>
            <a:lvl3pPr algn="l" eaLnBrk="0" fontAlgn="base" hangingPunct="0" indent="-228600" latinLnBrk="0" marL="11430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baseline="0" b="0" sz="24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3pPr>
            <a:lvl4pPr algn="l" eaLnBrk="0" fontAlgn="base" hangingPunct="0" indent="-228600" latinLnBrk="0" marL="16002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–"/>
              <a:defRPr baseline="0" b="0" sz="20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4pPr>
            <a:lvl5pPr algn="l" eaLnBrk="0" fontAlgn="base" hangingPunct="0" indent="-228600" latinLnBrk="0" marL="20574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»"/>
              <a:defRPr baseline="0" b="0" sz="20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5pPr>
          </a:lstStyle>
          <a:p>
            <a:pPr eaLnBrk="1" hangingPunct="1" indent="0" lvl="0" marL="0">
              <a:spcBef>
                <a:spcPct val="0"/>
              </a:spcBef>
              <a:buFontTx/>
              <a:buNone/>
            </a:pPr>
            <a:r>
              <a:rPr altLang="ru-RU" sz="1200" lang="ru-RU">
                <a:latin typeface="Times New Roman" pitchFamily="18" charset="0"/>
                <a:ea typeface="Times New Roman" pitchFamily="18" charset="0"/>
              </a:rPr>
              <a:t> </a:t>
            </a:r>
          </a:p>
        </p:txBody>
      </p:sp>
      <p:sp>
        <p:nvSpPr>
          <p:cNvPr id="1048598" name="Rectangle 7"/>
          <p:cNvSpPr/>
          <p:nvPr/>
        </p:nvSpPr>
        <p:spPr>
          <a:xfrm rot="0">
            <a:off x="0" y="454025"/>
            <a:ext cx="222250" cy="274637"/>
          </a:xfrm>
          <a:prstGeom prst="rect"/>
          <a:noFill/>
          <a:ln>
            <a:noFill/>
          </a:ln>
        </p:spPr>
        <p:txBody>
          <a:bodyPr anchor="ctr" bIns="45720" lIns="91440" rIns="91440" tIns="45720" vert="horz" wrap="none">
            <a:spAutoFit/>
          </a:bodyPr>
          <a:lstStyle>
            <a:lvl1pPr algn="l" eaLnBrk="0" fontAlgn="base" hangingPunct="0" indent="-342900" latinLnBrk="0" marL="3429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baseline="0" b="0" sz="32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1pPr>
            <a:lvl2pPr algn="l" eaLnBrk="0" fontAlgn="base" hangingPunct="0" indent="-285750" latinLnBrk="0" marL="74295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–"/>
              <a:defRPr baseline="0" b="0" sz="2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2pPr>
            <a:lvl3pPr algn="l" eaLnBrk="0" fontAlgn="base" hangingPunct="0" indent="-228600" latinLnBrk="0" marL="11430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baseline="0" b="0" sz="24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3pPr>
            <a:lvl4pPr algn="l" eaLnBrk="0" fontAlgn="base" hangingPunct="0" indent="-228600" latinLnBrk="0" marL="16002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–"/>
              <a:defRPr baseline="0" b="0" sz="20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4pPr>
            <a:lvl5pPr algn="l" eaLnBrk="0" fontAlgn="base" hangingPunct="0" indent="-228600" latinLnBrk="0" marL="20574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»"/>
              <a:defRPr baseline="0" b="0" sz="20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5pPr>
          </a:lstStyle>
          <a:p>
            <a:pPr eaLnBrk="1" hangingPunct="1" indent="0" lvl="0" marL="0">
              <a:spcBef>
                <a:spcPct val="0"/>
              </a:spcBef>
              <a:buFontTx/>
              <a:buNone/>
            </a:pPr>
            <a:r>
              <a:rPr altLang="ru-RU" sz="1200" lang="ru-RU">
                <a:latin typeface="Times New Roman" pitchFamily="18" charset="0"/>
                <a:ea typeface="Times New Roman" pitchFamily="18" charset="0"/>
              </a:rPr>
              <a:t> </a:t>
            </a:r>
          </a:p>
        </p:txBody>
      </p:sp>
      <p:sp>
        <p:nvSpPr>
          <p:cNvPr id="1048599" name="Rectangle 8"/>
          <p:cNvSpPr/>
          <p:nvPr/>
        </p:nvSpPr>
        <p:spPr>
          <a:xfrm rot="0">
            <a:off x="0" y="0"/>
            <a:ext cx="73025" cy="227012"/>
          </a:xfrm>
          <a:prstGeom prst="rect"/>
          <a:noFill/>
          <a:ln>
            <a:noFill/>
          </a:ln>
        </p:spPr>
        <p:txBody>
          <a:bodyPr anchor="ctr" bIns="22218" lIns="17457" rIns="17457" tIns="22218" vert="horz" wrap="none">
            <a:spAutoFit/>
          </a:bodyPr>
          <a:lstStyle>
            <a:lvl1pPr algn="l" eaLnBrk="0" fontAlgn="base" hangingPunct="0" indent="-342900" latinLnBrk="0" marL="3429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baseline="0" b="0" sz="32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1pPr>
            <a:lvl2pPr algn="l" eaLnBrk="0" fontAlgn="base" hangingPunct="0" indent="-285750" latinLnBrk="0" marL="74295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–"/>
              <a:defRPr baseline="0" b="0" sz="2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2pPr>
            <a:lvl3pPr algn="l" eaLnBrk="0" fontAlgn="base" hangingPunct="0" indent="-228600" latinLnBrk="0" marL="11430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baseline="0" b="0" sz="24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3pPr>
            <a:lvl4pPr algn="l" eaLnBrk="0" fontAlgn="base" hangingPunct="0" indent="-228600" latinLnBrk="0" marL="16002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–"/>
              <a:defRPr baseline="0" b="0" sz="20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4pPr>
            <a:lvl5pPr algn="l" eaLnBrk="0" fontAlgn="base" hangingPunct="0" indent="-228600" latinLnBrk="0" marL="20574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»"/>
              <a:defRPr baseline="0" b="0" sz="20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5pPr>
          </a:lstStyle>
          <a:p>
            <a:pPr eaLnBrk="1" hangingPunct="1" indent="0" lvl="0" marL="0">
              <a:spcBef>
                <a:spcPct val="0"/>
              </a:spcBef>
              <a:buFontTx/>
              <a:buNone/>
            </a:pPr>
            <a:r>
              <a:rPr altLang="ru-RU" sz="1200" lang="ru-RU">
                <a:latin typeface="Times New Roman" pitchFamily="18" charset="0"/>
                <a:ea typeface="Times New Roman" pitchFamily="18" charset="0"/>
              </a:rPr>
              <a:t> </a:t>
            </a:r>
          </a:p>
        </p:txBody>
      </p:sp>
      <p:sp>
        <p:nvSpPr>
          <p:cNvPr id="1048600" name="Rectangle 9"/>
          <p:cNvSpPr/>
          <p:nvPr/>
        </p:nvSpPr>
        <p:spPr>
          <a:xfrm rot="0">
            <a:off x="0" y="227012"/>
            <a:ext cx="73025" cy="227012"/>
          </a:xfrm>
          <a:prstGeom prst="rect"/>
          <a:noFill/>
          <a:ln>
            <a:noFill/>
          </a:ln>
        </p:spPr>
        <p:txBody>
          <a:bodyPr anchor="ctr" bIns="22218" lIns="17457" rIns="17457" tIns="22218" vert="horz" wrap="none">
            <a:spAutoFit/>
          </a:bodyPr>
          <a:lstStyle>
            <a:lvl1pPr algn="l" eaLnBrk="0" fontAlgn="base" hangingPunct="0" indent="-342900" latinLnBrk="0" marL="3429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baseline="0" b="0" sz="32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1pPr>
            <a:lvl2pPr algn="l" eaLnBrk="0" fontAlgn="base" hangingPunct="0" indent="-285750" latinLnBrk="0" marL="74295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–"/>
              <a:defRPr baseline="0" b="0" sz="2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2pPr>
            <a:lvl3pPr algn="l" eaLnBrk="0" fontAlgn="base" hangingPunct="0" indent="-228600" latinLnBrk="0" marL="11430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baseline="0" b="0" sz="24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3pPr>
            <a:lvl4pPr algn="l" eaLnBrk="0" fontAlgn="base" hangingPunct="0" indent="-228600" latinLnBrk="0" marL="16002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–"/>
              <a:defRPr baseline="0" b="0" sz="20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4pPr>
            <a:lvl5pPr algn="l" eaLnBrk="0" fontAlgn="base" hangingPunct="0" indent="-228600" latinLnBrk="0" marL="20574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»"/>
              <a:defRPr baseline="0" b="0" sz="20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5pPr>
          </a:lstStyle>
          <a:p>
            <a:pPr eaLnBrk="1" hangingPunct="1" indent="0" lvl="0" marL="0">
              <a:spcBef>
                <a:spcPct val="0"/>
              </a:spcBef>
              <a:buFontTx/>
              <a:buNone/>
            </a:pPr>
            <a:r>
              <a:rPr altLang="ru-RU" sz="1200" lang="ru-RU">
                <a:latin typeface="Times New Roman" pitchFamily="18" charset="0"/>
                <a:ea typeface="Times New Roman" pitchFamily="18" charset="0"/>
              </a:rPr>
              <a:t> </a:t>
            </a:r>
          </a:p>
        </p:txBody>
      </p:sp>
      <p:sp>
        <p:nvSpPr>
          <p:cNvPr id="1048601" name="Rectangle 10"/>
          <p:cNvSpPr/>
          <p:nvPr/>
        </p:nvSpPr>
        <p:spPr>
          <a:xfrm rot="0">
            <a:off x="0" y="454025"/>
            <a:ext cx="222250" cy="274637"/>
          </a:xfrm>
          <a:prstGeom prst="rect"/>
          <a:noFill/>
          <a:ln>
            <a:noFill/>
          </a:ln>
        </p:spPr>
        <p:txBody>
          <a:bodyPr anchor="ctr" bIns="45720" lIns="91440" rIns="91440" tIns="45720" vert="horz" wrap="none">
            <a:spAutoFit/>
          </a:bodyPr>
          <a:lstStyle>
            <a:lvl1pPr algn="l" eaLnBrk="0" fontAlgn="base" hangingPunct="0" indent="-342900" latinLnBrk="0" marL="3429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baseline="0" b="0" sz="32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1pPr>
            <a:lvl2pPr algn="l" eaLnBrk="0" fontAlgn="base" hangingPunct="0" indent="-285750" latinLnBrk="0" marL="74295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–"/>
              <a:defRPr baseline="0" b="0" sz="2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2pPr>
            <a:lvl3pPr algn="l" eaLnBrk="0" fontAlgn="base" hangingPunct="0" indent="-228600" latinLnBrk="0" marL="11430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baseline="0" b="0" sz="24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3pPr>
            <a:lvl4pPr algn="l" eaLnBrk="0" fontAlgn="base" hangingPunct="0" indent="-228600" latinLnBrk="0" marL="16002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–"/>
              <a:defRPr baseline="0" b="0" sz="20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4pPr>
            <a:lvl5pPr algn="l" eaLnBrk="0" fontAlgn="base" hangingPunct="0" indent="-228600" latinLnBrk="0" marL="20574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»"/>
              <a:defRPr baseline="0" b="0" sz="20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5pPr>
          </a:lstStyle>
          <a:p>
            <a:pPr eaLnBrk="1" hangingPunct="1" indent="0" lvl="0" marL="0">
              <a:spcBef>
                <a:spcPct val="0"/>
              </a:spcBef>
              <a:buFontTx/>
              <a:buNone/>
            </a:pPr>
            <a:r>
              <a:rPr altLang="ru-RU" sz="1200" lang="ru-RU">
                <a:latin typeface="Times New Roman" pitchFamily="18" charset="0"/>
                <a:ea typeface="Times New Roman" pitchFamily="18" charset="0"/>
              </a:rPr>
              <a:t> </a:t>
            </a:r>
          </a:p>
        </p:txBody>
      </p:sp>
      <p:pic>
        <p:nvPicPr>
          <p:cNvPr id="2097158" name="Picture 10" descr="j0205582"/>
          <p:cNvPicPr>
            <a:picLocks/>
          </p:cNvPicPr>
          <p:nvPr/>
        </p:nvPicPr>
        <p:blipFill>
          <a:blip xmlns:r="http://schemas.openxmlformats.org/officeDocument/2006/relationships" r:embed="rId2"/>
          <a:srcRect l="0" t="0" r="0" b="0"/>
          <a:stretch>
            <a:fillRect/>
          </a:stretch>
        </p:blipFill>
        <p:spPr>
          <a:xfrm rot="0">
            <a:off x="-252412" y="-100012"/>
            <a:ext cx="1776412" cy="1630362"/>
          </a:xfrm>
          <a:prstGeom prst="rect"/>
          <a:noFill/>
          <a:ln>
            <a:noFill/>
          </a:ln>
        </p:spPr>
      </p:pic>
    </p:spTree>
  </p:cSld>
  <p:clrMapOvr>
    <a:masterClrMapping/>
  </p:clrMapOvr>
  <p:timing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="1" showMasterSp="1">
  <p:cSld>
    <p:spTree>
      <p:nvGrpSpPr>
        <p:cNvPr id="39" name=""/>
        <p:cNvGrpSpPr/>
        <p:nvPr/>
      </p:nvGrpSpPr>
      <p:grpSpPr>
        <a:xfrm rot="0">
          <a:off x="0" y="0"/>
          <a:ext cx="0" cy="0"/>
          <a:chOff x="0" y="0"/>
          <a:chExt cx="0" cy="0"/>
        </a:xfrm>
      </p:grpSpPr>
      <p:sp>
        <p:nvSpPr>
          <p:cNvPr id="1048605" name="Rectangle 2"/>
          <p:cNvSpPr/>
          <p:nvPr>
            <p:ph type="title" sz="full" idx="0"/>
          </p:nvPr>
        </p:nvSpPr>
        <p:spPr>
          <a:xfrm rot="0">
            <a:off x="1692275" y="404812"/>
            <a:ext cx="7272337" cy="1143000"/>
          </a:xfrm>
          <a:prstGeom prst="rect"/>
          <a:noFill/>
          <a:ln>
            <a:noFill/>
          </a:ln>
        </p:spPr>
        <p:txBody>
          <a:bodyPr anchor="ctr" bIns="45720" lIns="91440" rIns="91440" tIns="45720" vert="horz"/>
          <a:lstStyle>
            <a:lvl1pPr algn="ctr" eaLnBrk="0" fontAlgn="base" hangingPunct="0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4400" i="0" u="none">
                <a:solidFill>
                  <a:schemeClr val="lt2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1pPr>
          </a:lstStyle>
          <a:p>
            <a:pPr eaLnBrk="1" hangingPunct="1" lvl="0"/>
            <a:r>
              <a:rPr altLang="ru-RU" b="1" sz="3600" lang="ru-RU">
                <a:solidFill>
                  <a:srgbClr val="CC0099"/>
                </a:solidFill>
              </a:rPr>
              <a:t>Виды сайтов</a:t>
            </a:r>
          </a:p>
        </p:txBody>
      </p:sp>
      <p:pic>
        <p:nvPicPr>
          <p:cNvPr id="2097159" name="Picture 3" descr="Фон"/>
          <p:cNvPicPr>
            <a:picLocks/>
          </p:cNvPicPr>
          <p:nvPr/>
        </p:nvPicPr>
        <p:blipFill>
          <a:blip xmlns:r="http://schemas.openxmlformats.org/officeDocument/2006/relationships" r:embed="rId1"/>
          <a:srcRect l="0" t="0" r="0" b="0"/>
          <a:stretch>
            <a:fillRect/>
          </a:stretch>
        </p:blipFill>
        <p:spPr>
          <a:xfrm rot="0">
            <a:off x="0" y="0"/>
            <a:ext cx="1590675" cy="6858000"/>
          </a:xfrm>
          <a:prstGeom prst="rect"/>
          <a:noFill/>
          <a:ln>
            <a:noFill/>
          </a:ln>
        </p:spPr>
      </p:pic>
      <p:sp>
        <p:nvSpPr>
          <p:cNvPr id="1048606" name="Rectangle 4"/>
          <p:cNvSpPr/>
          <p:nvPr/>
        </p:nvSpPr>
        <p:spPr>
          <a:xfrm rot="0">
            <a:off x="2051050" y="1844675"/>
            <a:ext cx="6618287" cy="4537075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lstStyle>
            <a:lvl1pPr algn="l" eaLnBrk="0" fontAlgn="base" hangingPunct="0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1pPr>
            <a:lvl2pPr algn="l" eaLnBrk="0" fontAlgn="base" hangingPunct="0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2pPr>
            <a:lvl3pPr algn="l" eaLnBrk="0" fontAlgn="base" hangingPunct="0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3pPr>
            <a:lvl4pPr algn="l" eaLnBrk="0" fontAlgn="base" hangingPunct="0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4pPr>
            <a:lvl5pPr algn="l" eaLnBrk="0" fontAlgn="base" hangingPunct="0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5pPr>
          </a:lstStyle>
          <a:p>
            <a:pPr eaLnBrk="1" hangingPunct="1" indent="-280987" lvl="2" marL="639762">
              <a:spcBef>
                <a:spcPct val="20000"/>
              </a:spcBef>
              <a:buFontTx/>
              <a:buChar char="•"/>
            </a:pPr>
            <a:r>
              <a:rPr altLang="en-US" sz="3200" lang="zh-CN">
                <a:solidFill>
                  <a:srgbClr val="000000"/>
                </a:solidFill>
                <a:ea typeface="Times New Roman" pitchFamily="18" charset="0"/>
              </a:rPr>
              <a:t>Широкого применения</a:t>
            </a:r>
          </a:p>
          <a:p>
            <a:pPr eaLnBrk="1" hangingPunct="1" indent="-280987" lvl="2" marL="639762">
              <a:spcBef>
                <a:spcPct val="20000"/>
              </a:spcBef>
            </a:pPr>
            <a:endParaRPr altLang="en-US" sz="1200" lang="ru-RU">
              <a:solidFill>
                <a:srgbClr val="000000"/>
              </a:solidFill>
            </a:endParaRPr>
          </a:p>
        </p:txBody>
      </p:sp>
      <p:pic>
        <p:nvPicPr>
          <p:cNvPr id="2097160" name="Picture 10" descr="j0205582"/>
          <p:cNvPicPr>
            <a:picLocks/>
          </p:cNvPicPr>
          <p:nvPr/>
        </p:nvPicPr>
        <p:blipFill>
          <a:blip xmlns:r="http://schemas.openxmlformats.org/officeDocument/2006/relationships" r:embed="rId2"/>
          <a:srcRect l="0" t="0" r="0" b="0"/>
          <a:stretch>
            <a:fillRect/>
          </a:stretch>
        </p:blipFill>
        <p:spPr>
          <a:xfrm rot="0">
            <a:off x="-252412" y="-100012"/>
            <a:ext cx="1776412" cy="1630362"/>
          </a:xfrm>
          <a:prstGeom prst="rect"/>
          <a:noFill/>
          <a:ln>
            <a:noFill/>
          </a:ln>
        </p:spPr>
      </p:pic>
      <p:pic>
        <p:nvPicPr>
          <p:cNvPr id="2097161" name="Picture 7" descr="https://avatars.mds.yandex.net/i?id=9d8582c6f2f8b50c988bf10ec95d99ac14dc78da-6177852-images-thumbs&amp;n=13"/>
          <p:cNvPicPr>
            <a:picLocks/>
          </p:cNvPicPr>
          <p:nvPr/>
        </p:nvPicPr>
        <p:blipFill>
          <a:blip xmlns:r="http://schemas.openxmlformats.org/officeDocument/2006/relationships" r:embed="rId3"/>
          <a:srcRect l="0" t="0" r="0" b="0"/>
          <a:stretch>
            <a:fillRect/>
          </a:stretch>
        </p:blipFill>
        <p:spPr>
          <a:xfrm rot="0">
            <a:off x="2916237" y="3284537"/>
            <a:ext cx="4572000" cy="2809875"/>
          </a:xfrm>
          <a:prstGeom prst="rect"/>
          <a:noFill/>
          <a:ln>
            <a:noFill/>
          </a:ln>
        </p:spPr>
      </p:pic>
    </p:spTree>
  </p:cSld>
  <p:clrMapOvr>
    <a:masterClrMapping/>
  </p:clrMapOvr>
  <p:transition spd="fast" advClick="1"/>
  <p:timing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="1" showMasterSp="1">
  <p:cSld>
    <p:spTree>
      <p:nvGrpSpPr>
        <p:cNvPr id="40" name=""/>
        <p:cNvGrpSpPr/>
        <p:nvPr/>
      </p:nvGrpSpPr>
      <p:grpSpPr>
        <a:xfrm rot="0">
          <a:off x="0" y="0"/>
          <a:ext cx="0" cy="0"/>
          <a:chOff x="0" y="0"/>
          <a:chExt cx="0" cy="0"/>
        </a:xfrm>
      </p:grpSpPr>
      <p:sp>
        <p:nvSpPr>
          <p:cNvPr id="1048607" name="Rectangle 2"/>
          <p:cNvSpPr/>
          <p:nvPr>
            <p:ph type="title" sz="full" idx="0"/>
          </p:nvPr>
        </p:nvSpPr>
        <p:spPr>
          <a:xfrm rot="0">
            <a:off x="1692275" y="404812"/>
            <a:ext cx="7272337" cy="1143000"/>
          </a:xfrm>
          <a:prstGeom prst="rect"/>
          <a:noFill/>
          <a:ln>
            <a:noFill/>
          </a:ln>
        </p:spPr>
        <p:txBody>
          <a:bodyPr anchor="ctr" bIns="45720" lIns="91440" rIns="91440" tIns="45720" vert="horz"/>
          <a:lstStyle>
            <a:lvl1pPr algn="ctr" eaLnBrk="0" fontAlgn="base" hangingPunct="0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4400" i="0" u="none">
                <a:solidFill>
                  <a:schemeClr val="lt2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1pPr>
          </a:lstStyle>
          <a:p>
            <a:pPr eaLnBrk="1" hangingPunct="1" lvl="0"/>
            <a:r>
              <a:rPr altLang="ru-RU" b="1" sz="3600" lang="ru-RU">
                <a:solidFill>
                  <a:srgbClr val="CC0099"/>
                </a:solidFill>
              </a:rPr>
              <a:t>Виды сайтов</a:t>
            </a:r>
          </a:p>
        </p:txBody>
      </p:sp>
      <p:pic>
        <p:nvPicPr>
          <p:cNvPr id="2097162" name="Picture 3" descr="Фон"/>
          <p:cNvPicPr>
            <a:picLocks/>
          </p:cNvPicPr>
          <p:nvPr/>
        </p:nvPicPr>
        <p:blipFill>
          <a:blip xmlns:r="http://schemas.openxmlformats.org/officeDocument/2006/relationships" r:embed="rId1"/>
          <a:srcRect l="0" t="0" r="0" b="0"/>
          <a:stretch>
            <a:fillRect/>
          </a:stretch>
        </p:blipFill>
        <p:spPr>
          <a:xfrm rot="0">
            <a:off x="0" y="0"/>
            <a:ext cx="1590675" cy="6858000"/>
          </a:xfrm>
          <a:prstGeom prst="rect"/>
          <a:noFill/>
          <a:ln>
            <a:noFill/>
          </a:ln>
        </p:spPr>
      </p:pic>
      <p:sp>
        <p:nvSpPr>
          <p:cNvPr id="1048608" name="Rectangle 4"/>
          <p:cNvSpPr/>
          <p:nvPr/>
        </p:nvSpPr>
        <p:spPr>
          <a:xfrm rot="0">
            <a:off x="2051050" y="1844675"/>
            <a:ext cx="6618287" cy="4537075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lstStyle>
            <a:lvl1pPr algn="l" eaLnBrk="0" fontAlgn="base" hangingPunct="0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1pPr>
            <a:lvl2pPr algn="l" eaLnBrk="0" fontAlgn="base" hangingPunct="0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2pPr>
            <a:lvl3pPr algn="l" eaLnBrk="0" fontAlgn="base" hangingPunct="0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3pPr>
            <a:lvl4pPr algn="l" eaLnBrk="0" fontAlgn="base" hangingPunct="0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4pPr>
            <a:lvl5pPr algn="l" eaLnBrk="0" fontAlgn="base" hangingPunct="0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5pPr>
          </a:lstStyle>
          <a:p>
            <a:pPr eaLnBrk="1" hangingPunct="1" indent="-280987" lvl="2" marL="639762">
              <a:spcBef>
                <a:spcPct val="20000"/>
              </a:spcBef>
              <a:buFontTx/>
              <a:buChar char="•"/>
            </a:pPr>
            <a:r>
              <a:rPr altLang="en-US" sz="3200" lang="zh-CN">
                <a:solidFill>
                  <a:srgbClr val="000000"/>
                </a:solidFill>
                <a:ea typeface="Times New Roman" pitchFamily="18" charset="0"/>
              </a:rPr>
              <a:t>Тематические </a:t>
            </a:r>
          </a:p>
          <a:p>
            <a:pPr eaLnBrk="1" hangingPunct="1" indent="-280987" lvl="2" marL="639762">
              <a:spcBef>
                <a:spcPct val="20000"/>
              </a:spcBef>
            </a:pPr>
            <a:endParaRPr altLang="en-US" sz="1200" lang="ru-RU">
              <a:solidFill>
                <a:srgbClr val="000000"/>
              </a:solidFill>
            </a:endParaRPr>
          </a:p>
        </p:txBody>
      </p:sp>
      <p:pic>
        <p:nvPicPr>
          <p:cNvPr id="2097163" name="Picture 10" descr="j0205582"/>
          <p:cNvPicPr>
            <a:picLocks/>
          </p:cNvPicPr>
          <p:nvPr/>
        </p:nvPicPr>
        <p:blipFill>
          <a:blip xmlns:r="http://schemas.openxmlformats.org/officeDocument/2006/relationships" r:embed="rId2"/>
          <a:srcRect l="0" t="0" r="0" b="0"/>
          <a:stretch>
            <a:fillRect/>
          </a:stretch>
        </p:blipFill>
        <p:spPr>
          <a:xfrm rot="0">
            <a:off x="-252412" y="-100012"/>
            <a:ext cx="1776412" cy="1630362"/>
          </a:xfrm>
          <a:prstGeom prst="rect"/>
          <a:noFill/>
          <a:ln>
            <a:noFill/>
          </a:ln>
        </p:spPr>
      </p:pic>
      <p:pic>
        <p:nvPicPr>
          <p:cNvPr id="2097164" name="Picture 2" descr="https://avatars.mds.yandex.net/i?id=e8ecf461ad544230d2f94e406ade04479152d063-8318446-images-thumbs&amp;n=13"/>
          <p:cNvPicPr>
            <a:picLocks/>
          </p:cNvPicPr>
          <p:nvPr/>
        </p:nvPicPr>
        <p:blipFill>
          <a:blip xmlns:r="http://schemas.openxmlformats.org/officeDocument/2006/relationships" r:embed="rId3"/>
          <a:srcRect l="0" t="0" r="0" b="0"/>
          <a:stretch>
            <a:fillRect/>
          </a:stretch>
        </p:blipFill>
        <p:spPr>
          <a:xfrm rot="0">
            <a:off x="3348037" y="3068637"/>
            <a:ext cx="4286250" cy="3048000"/>
          </a:xfrm>
          <a:prstGeom prst="rect"/>
          <a:noFill/>
          <a:ln>
            <a:noFill/>
          </a:ln>
        </p:spPr>
      </p:pic>
    </p:spTree>
  </p:cSld>
  <p:clrMapOvr>
    <a:masterClrMapping/>
  </p:clrMapOvr>
  <p:transition spd="fast" advClick="1"/>
  <p:timing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="1" showMasterSp="1">
  <p:cSld>
    <p:spTree>
      <p:nvGrpSpPr>
        <p:cNvPr id="41" name=""/>
        <p:cNvGrpSpPr/>
        <p:nvPr/>
      </p:nvGrpSpPr>
      <p:grpSpPr>
        <a:xfrm rot="0">
          <a:off x="0" y="0"/>
          <a:ext cx="0" cy="0"/>
          <a:chOff x="0" y="0"/>
          <a:chExt cx="0" cy="0"/>
        </a:xfrm>
      </p:grpSpPr>
      <p:sp>
        <p:nvSpPr>
          <p:cNvPr id="1048609" name="Rectangle 2"/>
          <p:cNvSpPr/>
          <p:nvPr>
            <p:ph type="title" sz="full" idx="0"/>
          </p:nvPr>
        </p:nvSpPr>
        <p:spPr>
          <a:xfrm rot="0">
            <a:off x="1692275" y="404812"/>
            <a:ext cx="7272337" cy="1143000"/>
          </a:xfrm>
          <a:prstGeom prst="rect"/>
          <a:noFill/>
          <a:ln>
            <a:noFill/>
          </a:ln>
        </p:spPr>
        <p:txBody>
          <a:bodyPr anchor="ctr" bIns="45720" lIns="91440" rIns="91440" tIns="45720" vert="horz"/>
          <a:lstStyle>
            <a:lvl1pPr algn="ctr" eaLnBrk="0" fontAlgn="base" hangingPunct="0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4400" i="0" u="none">
                <a:solidFill>
                  <a:schemeClr val="lt2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1pPr>
          </a:lstStyle>
          <a:p>
            <a:pPr eaLnBrk="1" hangingPunct="1" lvl="0"/>
            <a:r>
              <a:rPr altLang="ru-RU" b="1" sz="3600" lang="ru-RU">
                <a:solidFill>
                  <a:srgbClr val="CC0099"/>
                </a:solidFill>
              </a:rPr>
              <a:t>Виды сайтов</a:t>
            </a:r>
          </a:p>
        </p:txBody>
      </p:sp>
      <p:pic>
        <p:nvPicPr>
          <p:cNvPr id="2097165" name="Picture 3" descr="Фон"/>
          <p:cNvPicPr>
            <a:picLocks/>
          </p:cNvPicPr>
          <p:nvPr/>
        </p:nvPicPr>
        <p:blipFill>
          <a:blip xmlns:r="http://schemas.openxmlformats.org/officeDocument/2006/relationships" r:embed="rId1"/>
          <a:srcRect l="0" t="0" r="0" b="0"/>
          <a:stretch>
            <a:fillRect/>
          </a:stretch>
        </p:blipFill>
        <p:spPr>
          <a:xfrm rot="0">
            <a:off x="0" y="0"/>
            <a:ext cx="1590675" cy="6858000"/>
          </a:xfrm>
          <a:prstGeom prst="rect"/>
          <a:noFill/>
          <a:ln>
            <a:noFill/>
          </a:ln>
        </p:spPr>
      </p:pic>
      <p:sp>
        <p:nvSpPr>
          <p:cNvPr id="1048610" name="Rectangle 4"/>
          <p:cNvSpPr/>
          <p:nvPr/>
        </p:nvSpPr>
        <p:spPr>
          <a:xfrm rot="0">
            <a:off x="2051050" y="1844675"/>
            <a:ext cx="6618287" cy="4537075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lstStyle>
            <a:lvl1pPr algn="l" eaLnBrk="0" fontAlgn="base" hangingPunct="0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1pPr>
            <a:lvl2pPr algn="l" eaLnBrk="0" fontAlgn="base" hangingPunct="0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2pPr>
            <a:lvl3pPr algn="l" eaLnBrk="0" fontAlgn="base" hangingPunct="0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3pPr>
            <a:lvl4pPr algn="l" eaLnBrk="0" fontAlgn="base" hangingPunct="0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4pPr>
            <a:lvl5pPr algn="l" eaLnBrk="0" fontAlgn="base" hangingPunct="0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5pPr>
          </a:lstStyle>
          <a:p>
            <a:pPr eaLnBrk="1" hangingPunct="1" indent="-280987" lvl="2" marL="639762">
              <a:spcBef>
                <a:spcPct val="20000"/>
              </a:spcBef>
              <a:buFontTx/>
              <a:buChar char="•"/>
            </a:pPr>
            <a:r>
              <a:rPr altLang="en-US" sz="3200" lang="zh-CN">
                <a:solidFill>
                  <a:srgbClr val="000000"/>
                </a:solidFill>
                <a:ea typeface="Times New Roman" pitchFamily="18" charset="0"/>
              </a:rPr>
              <a:t>Консультативные</a:t>
            </a:r>
          </a:p>
          <a:p>
            <a:pPr eaLnBrk="1" hangingPunct="1" indent="-280987" lvl="2" marL="639762">
              <a:spcBef>
                <a:spcPct val="20000"/>
              </a:spcBef>
            </a:pPr>
            <a:endParaRPr altLang="en-US" sz="1200" lang="zh-CN">
              <a:solidFill>
                <a:srgbClr val="000000"/>
              </a:solidFill>
              <a:ea typeface="Times New Roman" pitchFamily="18" charset="0"/>
            </a:endParaRPr>
          </a:p>
        </p:txBody>
      </p:sp>
      <p:pic>
        <p:nvPicPr>
          <p:cNvPr id="2097166" name="Picture 10" descr="j0205582"/>
          <p:cNvPicPr>
            <a:picLocks/>
          </p:cNvPicPr>
          <p:nvPr/>
        </p:nvPicPr>
        <p:blipFill>
          <a:blip xmlns:r="http://schemas.openxmlformats.org/officeDocument/2006/relationships" r:embed="rId2"/>
          <a:srcRect l="0" t="0" r="0" b="0"/>
          <a:stretch>
            <a:fillRect/>
          </a:stretch>
        </p:blipFill>
        <p:spPr>
          <a:xfrm rot="0">
            <a:off x="-252412" y="-100012"/>
            <a:ext cx="1776412" cy="1630362"/>
          </a:xfrm>
          <a:prstGeom prst="rect"/>
          <a:noFill/>
          <a:ln>
            <a:noFill/>
          </a:ln>
        </p:spPr>
      </p:pic>
      <p:pic>
        <p:nvPicPr>
          <p:cNvPr id="2097167" name="Picture 2" descr="Быстрый и развернутый ответ - лифт для удачной продажи!: Всё о продажах в журнал"/>
          <p:cNvPicPr>
            <a:picLocks/>
          </p:cNvPicPr>
          <p:nvPr/>
        </p:nvPicPr>
        <p:blipFill>
          <a:blip xmlns:r="http://schemas.openxmlformats.org/officeDocument/2006/relationships" r:embed="rId3"/>
          <a:srcRect l="0" t="0" r="0" b="0"/>
          <a:stretch>
            <a:fillRect/>
          </a:stretch>
        </p:blipFill>
        <p:spPr>
          <a:xfrm rot="0">
            <a:off x="3276600" y="3141662"/>
            <a:ext cx="4572000" cy="2886075"/>
          </a:xfrm>
          <a:prstGeom prst="rect"/>
          <a:noFill/>
          <a:ln>
            <a:noFill/>
          </a:ln>
        </p:spPr>
      </p:pic>
    </p:spTree>
  </p:cSld>
  <p:clrMapOvr>
    <a:masterClrMapping/>
  </p:clrMapOvr>
  <p:transition spd="fast" advClick="1"/>
  <p:timing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="1" showMasterSp="1">
  <p:cSld>
    <p:spTree>
      <p:nvGrpSpPr>
        <p:cNvPr id="42" name=""/>
        <p:cNvGrpSpPr/>
        <p:nvPr/>
      </p:nvGrpSpPr>
      <p:grpSpPr>
        <a:xfrm rot="0">
          <a:off x="0" y="0"/>
          <a:ext cx="0" cy="0"/>
          <a:chOff x="0" y="0"/>
          <a:chExt cx="0" cy="0"/>
        </a:xfrm>
      </p:grpSpPr>
      <p:sp>
        <p:nvSpPr>
          <p:cNvPr id="1048611" name="Rectangle 2"/>
          <p:cNvSpPr/>
          <p:nvPr>
            <p:ph type="title" sz="full" idx="0"/>
          </p:nvPr>
        </p:nvSpPr>
        <p:spPr>
          <a:xfrm rot="0">
            <a:off x="1692275" y="404812"/>
            <a:ext cx="7272337" cy="1143000"/>
          </a:xfrm>
          <a:prstGeom prst="rect"/>
          <a:noFill/>
          <a:ln>
            <a:noFill/>
          </a:ln>
        </p:spPr>
        <p:txBody>
          <a:bodyPr anchor="ctr" bIns="45720" lIns="91440" rIns="91440" tIns="45720" vert="horz"/>
          <a:lstStyle>
            <a:lvl1pPr algn="ctr" eaLnBrk="0" fontAlgn="base" hangingPunct="0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4400" i="0" u="none">
                <a:solidFill>
                  <a:schemeClr val="lt2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1pPr>
          </a:lstStyle>
          <a:p>
            <a:pPr eaLnBrk="1" hangingPunct="1" lvl="0"/>
            <a:r>
              <a:rPr altLang="ru-RU" b="1" sz="3600" lang="ru-RU">
                <a:solidFill>
                  <a:srgbClr val="CC0099"/>
                </a:solidFill>
              </a:rPr>
              <a:t>Виды сайтов</a:t>
            </a:r>
          </a:p>
        </p:txBody>
      </p:sp>
      <p:pic>
        <p:nvPicPr>
          <p:cNvPr id="2097168" name="Picture 3" descr="Фон"/>
          <p:cNvPicPr>
            <a:picLocks/>
          </p:cNvPicPr>
          <p:nvPr/>
        </p:nvPicPr>
        <p:blipFill>
          <a:blip xmlns:r="http://schemas.openxmlformats.org/officeDocument/2006/relationships" r:embed="rId1"/>
          <a:srcRect l="0" t="0" r="0" b="0"/>
          <a:stretch>
            <a:fillRect/>
          </a:stretch>
        </p:blipFill>
        <p:spPr>
          <a:xfrm rot="0">
            <a:off x="0" y="0"/>
            <a:ext cx="1590675" cy="6858000"/>
          </a:xfrm>
          <a:prstGeom prst="rect"/>
          <a:noFill/>
          <a:ln>
            <a:noFill/>
          </a:ln>
        </p:spPr>
      </p:pic>
      <p:sp>
        <p:nvSpPr>
          <p:cNvPr id="1048612" name="Rectangle 4"/>
          <p:cNvSpPr/>
          <p:nvPr/>
        </p:nvSpPr>
        <p:spPr>
          <a:xfrm rot="0">
            <a:off x="2051050" y="1844675"/>
            <a:ext cx="6618287" cy="4537075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lstStyle>
            <a:lvl1pPr algn="l" eaLnBrk="0" fontAlgn="base" hangingPunct="0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1pPr>
            <a:lvl2pPr algn="l" eaLnBrk="0" fontAlgn="base" hangingPunct="0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2pPr>
            <a:lvl3pPr algn="l" eaLnBrk="0" fontAlgn="base" hangingPunct="0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3pPr>
            <a:lvl4pPr algn="l" eaLnBrk="0" fontAlgn="base" hangingPunct="0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4pPr>
            <a:lvl5pPr algn="l" eaLnBrk="0" fontAlgn="base" hangingPunct="0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5pPr>
          </a:lstStyle>
          <a:p>
            <a:pPr eaLnBrk="1" hangingPunct="1" indent="-280987" lvl="2" marL="639762">
              <a:spcBef>
                <a:spcPct val="20000"/>
              </a:spcBef>
              <a:buFontTx/>
              <a:buChar char="•"/>
            </a:pPr>
            <a:r>
              <a:rPr altLang="en-US" sz="3200" lang="zh-CN">
                <a:solidFill>
                  <a:srgbClr val="000000"/>
                </a:solidFill>
                <a:ea typeface="Times New Roman" pitchFamily="18" charset="0"/>
              </a:rPr>
              <a:t>Развлекательные</a:t>
            </a:r>
          </a:p>
        </p:txBody>
      </p:sp>
      <p:pic>
        <p:nvPicPr>
          <p:cNvPr id="2097169" name="Picture 10" descr="j0205582"/>
          <p:cNvPicPr>
            <a:picLocks/>
          </p:cNvPicPr>
          <p:nvPr/>
        </p:nvPicPr>
        <p:blipFill>
          <a:blip xmlns:r="http://schemas.openxmlformats.org/officeDocument/2006/relationships" r:embed="rId2"/>
          <a:srcRect l="0" t="0" r="0" b="0"/>
          <a:stretch>
            <a:fillRect/>
          </a:stretch>
        </p:blipFill>
        <p:spPr>
          <a:xfrm rot="0">
            <a:off x="-252412" y="-100012"/>
            <a:ext cx="1776412" cy="1630362"/>
          </a:xfrm>
          <a:prstGeom prst="rect"/>
          <a:noFill/>
          <a:ln>
            <a:noFill/>
          </a:ln>
        </p:spPr>
      </p:pic>
      <p:pic>
        <p:nvPicPr>
          <p:cNvPr id="2097170" name="Picture 2" descr="https://avatars.mds.yandex.net/i?id=a107a8bd0fc24711b634f66d5140c1fd960329ac-10952956-images-thumbs&amp;n=13"/>
          <p:cNvPicPr>
            <a:picLocks/>
          </p:cNvPicPr>
          <p:nvPr/>
        </p:nvPicPr>
        <p:blipFill>
          <a:blip xmlns:r="http://schemas.openxmlformats.org/officeDocument/2006/relationships" r:embed="rId3"/>
          <a:srcRect l="0" t="0" r="0" b="0"/>
          <a:stretch>
            <a:fillRect/>
          </a:stretch>
        </p:blipFill>
        <p:spPr>
          <a:xfrm rot="0">
            <a:off x="3276600" y="2924175"/>
            <a:ext cx="4572000" cy="3048000"/>
          </a:xfrm>
          <a:prstGeom prst="rect"/>
          <a:noFill/>
          <a:ln>
            <a:noFill/>
          </a:ln>
        </p:spPr>
      </p:pic>
    </p:spTree>
  </p:cSld>
  <p:clrMapOvr>
    <a:masterClrMapping/>
  </p:clrMapOvr>
  <p:transition spd="fast" advClick="1"/>
  <p:timing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1">
  <p:cSld>
    <p:spTree>
      <p:nvGrpSpPr>
        <p:cNvPr id="43" name=""/>
        <p:cNvGrpSpPr/>
        <p:nvPr/>
      </p:nvGrpSpPr>
      <p:grpSpPr>
        <a:xfrm rot="0">
          <a:off x="0" y="0"/>
          <a:ext cx="0" cy="0"/>
          <a:chOff x="0" y="0"/>
          <a:chExt cx="0" cy="0"/>
        </a:xfrm>
      </p:grpSpPr>
      <p:sp>
        <p:nvSpPr>
          <p:cNvPr id="1048613" name="Rectangle 3"/>
          <p:cNvSpPr/>
          <p:nvPr>
            <p:ph type="subTitle" sz="full" idx="1"/>
          </p:nvPr>
        </p:nvSpPr>
        <p:spPr>
          <a:xfrm rot="0">
            <a:off x="1617662" y="1660525"/>
            <a:ext cx="7373937" cy="1752600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lstStyle>
            <a:lvl1pPr algn="ctr" marL="0">
              <a:buFontTx/>
              <a:buNone/>
              <a:defRPr sz="3200">
                <a:solidFill>
                  <a:schemeClr val="dk1"/>
                </a:solidFill>
              </a:defRPr>
            </a:lvl1pPr>
            <a:lvl2pPr algn="ctr" marL="457200">
              <a:buFontTx/>
              <a:buNone/>
            </a:lvl2pPr>
            <a:lvl3pPr algn="ctr" marL="914400">
              <a:buFontTx/>
              <a:buNone/>
            </a:lvl3pPr>
            <a:lvl4pPr algn="ctr" marL="1371600">
              <a:buFontTx/>
              <a:buNone/>
            </a:lvl4pPr>
            <a:lvl5pPr algn="ctr" marL="1828800">
              <a:buFontTx/>
              <a:buNone/>
            </a:lvl5pPr>
          </a:lstStyle>
          <a:p>
            <a:pPr algn="r" eaLnBrk="1" hangingPunct="1" lvl="0"/>
            <a:endParaRPr altLang="ru-RU" sz="2200" lang="ru-RU">
              <a:solidFill>
                <a:schemeClr val="hlink"/>
              </a:solidFill>
            </a:endParaRPr>
          </a:p>
          <a:p>
            <a:pPr eaLnBrk="1" hangingPunct="1" lvl="0"/>
            <a:r>
              <a:rPr altLang="ru-RU" b="1" sz="4800" lang="ru-RU">
                <a:solidFill>
                  <a:schemeClr val="hlink"/>
                </a:solidFill>
              </a:rPr>
              <a:t>ТЕХНОЛОГИИ СОЗДАНИЯ САЙТОВ </a:t>
            </a:r>
          </a:p>
        </p:txBody>
      </p:sp>
      <p:pic>
        <p:nvPicPr>
          <p:cNvPr id="2097171" name="Picture 4" descr="Фон"/>
          <p:cNvPicPr>
            <a:picLocks/>
          </p:cNvPicPr>
          <p:nvPr/>
        </p:nvPicPr>
        <p:blipFill>
          <a:blip xmlns:r="http://schemas.openxmlformats.org/officeDocument/2006/relationships" r:embed="rId1"/>
          <a:srcRect l="0" t="0" r="0" b="0"/>
          <a:stretch>
            <a:fillRect/>
          </a:stretch>
        </p:blipFill>
        <p:spPr>
          <a:xfrm rot="0">
            <a:off x="0" y="0"/>
            <a:ext cx="1590675" cy="6858000"/>
          </a:xfrm>
          <a:prstGeom prst="rect"/>
          <a:noFill/>
          <a:ln>
            <a:noFill/>
          </a:ln>
        </p:spPr>
      </p:pic>
      <p:sp>
        <p:nvSpPr>
          <p:cNvPr id="1048614" name="Rectangle 5"/>
          <p:cNvSpPr/>
          <p:nvPr/>
        </p:nvSpPr>
        <p:spPr>
          <a:xfrm rot="0">
            <a:off x="0" y="0"/>
            <a:ext cx="73025" cy="227012"/>
          </a:xfrm>
          <a:prstGeom prst="rect"/>
          <a:noFill/>
          <a:ln>
            <a:noFill/>
          </a:ln>
        </p:spPr>
        <p:txBody>
          <a:bodyPr anchor="ctr" bIns="22218" lIns="17457" rIns="17457" tIns="22218" vert="horz" wrap="none">
            <a:spAutoFit/>
          </a:bodyPr>
          <a:lstStyle>
            <a:lvl1pPr algn="l" eaLnBrk="0" fontAlgn="base" hangingPunct="0" indent="-342900" latinLnBrk="0" marL="3429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baseline="0" b="0" sz="32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1pPr>
            <a:lvl2pPr algn="l" eaLnBrk="0" fontAlgn="base" hangingPunct="0" indent="-285750" latinLnBrk="0" marL="74295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–"/>
              <a:defRPr baseline="0" b="0" sz="2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2pPr>
            <a:lvl3pPr algn="l" eaLnBrk="0" fontAlgn="base" hangingPunct="0" indent="-228600" latinLnBrk="0" marL="11430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baseline="0" b="0" sz="24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3pPr>
            <a:lvl4pPr algn="l" eaLnBrk="0" fontAlgn="base" hangingPunct="0" indent="-228600" latinLnBrk="0" marL="16002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–"/>
              <a:defRPr baseline="0" b="0" sz="20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4pPr>
            <a:lvl5pPr algn="l" eaLnBrk="0" fontAlgn="base" hangingPunct="0" indent="-228600" latinLnBrk="0" marL="20574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»"/>
              <a:defRPr baseline="0" b="0" sz="20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5pPr>
          </a:lstStyle>
          <a:p>
            <a:pPr eaLnBrk="1" hangingPunct="1" indent="0" lvl="0" marL="0">
              <a:spcBef>
                <a:spcPct val="0"/>
              </a:spcBef>
              <a:buFontTx/>
              <a:buNone/>
            </a:pPr>
            <a:r>
              <a:rPr altLang="ru-RU" sz="1200" lang="ru-RU">
                <a:latin typeface="Times New Roman" pitchFamily="18" charset="0"/>
                <a:ea typeface="Times New Roman" pitchFamily="18" charset="0"/>
              </a:rPr>
              <a:t> </a:t>
            </a:r>
          </a:p>
        </p:txBody>
      </p:sp>
      <p:sp>
        <p:nvSpPr>
          <p:cNvPr id="1048615" name="Rectangle 6"/>
          <p:cNvSpPr/>
          <p:nvPr/>
        </p:nvSpPr>
        <p:spPr>
          <a:xfrm rot="0">
            <a:off x="0" y="227012"/>
            <a:ext cx="73025" cy="227012"/>
          </a:xfrm>
          <a:prstGeom prst="rect"/>
          <a:noFill/>
          <a:ln>
            <a:noFill/>
          </a:ln>
        </p:spPr>
        <p:txBody>
          <a:bodyPr anchor="ctr" bIns="22218" lIns="17457" rIns="17457" tIns="22218" vert="horz" wrap="none">
            <a:spAutoFit/>
          </a:bodyPr>
          <a:lstStyle>
            <a:lvl1pPr algn="l" eaLnBrk="0" fontAlgn="base" hangingPunct="0" indent="-342900" latinLnBrk="0" marL="3429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baseline="0" b="0" sz="32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1pPr>
            <a:lvl2pPr algn="l" eaLnBrk="0" fontAlgn="base" hangingPunct="0" indent="-285750" latinLnBrk="0" marL="74295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–"/>
              <a:defRPr baseline="0" b="0" sz="2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2pPr>
            <a:lvl3pPr algn="l" eaLnBrk="0" fontAlgn="base" hangingPunct="0" indent="-228600" latinLnBrk="0" marL="11430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baseline="0" b="0" sz="24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3pPr>
            <a:lvl4pPr algn="l" eaLnBrk="0" fontAlgn="base" hangingPunct="0" indent="-228600" latinLnBrk="0" marL="16002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–"/>
              <a:defRPr baseline="0" b="0" sz="20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4pPr>
            <a:lvl5pPr algn="l" eaLnBrk="0" fontAlgn="base" hangingPunct="0" indent="-228600" latinLnBrk="0" marL="20574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»"/>
              <a:defRPr baseline="0" b="0" sz="20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5pPr>
          </a:lstStyle>
          <a:p>
            <a:pPr eaLnBrk="1" hangingPunct="1" indent="0" lvl="0" marL="0">
              <a:spcBef>
                <a:spcPct val="0"/>
              </a:spcBef>
              <a:buFontTx/>
              <a:buNone/>
            </a:pPr>
            <a:r>
              <a:rPr altLang="ru-RU" sz="1200" lang="ru-RU">
                <a:latin typeface="Times New Roman" pitchFamily="18" charset="0"/>
                <a:ea typeface="Times New Roman" pitchFamily="18" charset="0"/>
              </a:rPr>
              <a:t> </a:t>
            </a:r>
          </a:p>
        </p:txBody>
      </p:sp>
      <p:sp>
        <p:nvSpPr>
          <p:cNvPr id="1048616" name="Rectangle 7"/>
          <p:cNvSpPr/>
          <p:nvPr/>
        </p:nvSpPr>
        <p:spPr>
          <a:xfrm rot="0">
            <a:off x="0" y="454025"/>
            <a:ext cx="222250" cy="274637"/>
          </a:xfrm>
          <a:prstGeom prst="rect"/>
          <a:noFill/>
          <a:ln>
            <a:noFill/>
          </a:ln>
        </p:spPr>
        <p:txBody>
          <a:bodyPr anchor="ctr" bIns="45720" lIns="91440" rIns="91440" tIns="45720" vert="horz" wrap="none">
            <a:spAutoFit/>
          </a:bodyPr>
          <a:lstStyle>
            <a:lvl1pPr algn="l" eaLnBrk="0" fontAlgn="base" hangingPunct="0" indent="-342900" latinLnBrk="0" marL="3429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baseline="0" b="0" sz="32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1pPr>
            <a:lvl2pPr algn="l" eaLnBrk="0" fontAlgn="base" hangingPunct="0" indent="-285750" latinLnBrk="0" marL="74295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–"/>
              <a:defRPr baseline="0" b="0" sz="2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2pPr>
            <a:lvl3pPr algn="l" eaLnBrk="0" fontAlgn="base" hangingPunct="0" indent="-228600" latinLnBrk="0" marL="11430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baseline="0" b="0" sz="24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3pPr>
            <a:lvl4pPr algn="l" eaLnBrk="0" fontAlgn="base" hangingPunct="0" indent="-228600" latinLnBrk="0" marL="16002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–"/>
              <a:defRPr baseline="0" b="0" sz="20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4pPr>
            <a:lvl5pPr algn="l" eaLnBrk="0" fontAlgn="base" hangingPunct="0" indent="-228600" latinLnBrk="0" marL="20574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»"/>
              <a:defRPr baseline="0" b="0" sz="20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5pPr>
          </a:lstStyle>
          <a:p>
            <a:pPr eaLnBrk="1" hangingPunct="1" indent="0" lvl="0" marL="0">
              <a:spcBef>
                <a:spcPct val="0"/>
              </a:spcBef>
              <a:buFontTx/>
              <a:buNone/>
            </a:pPr>
            <a:r>
              <a:rPr altLang="ru-RU" sz="1200" lang="ru-RU">
                <a:latin typeface="Times New Roman" pitchFamily="18" charset="0"/>
                <a:ea typeface="Times New Roman" pitchFamily="18" charset="0"/>
              </a:rPr>
              <a:t> </a:t>
            </a:r>
          </a:p>
        </p:txBody>
      </p:sp>
      <p:sp>
        <p:nvSpPr>
          <p:cNvPr id="1048617" name="Rectangle 8"/>
          <p:cNvSpPr/>
          <p:nvPr/>
        </p:nvSpPr>
        <p:spPr>
          <a:xfrm rot="0">
            <a:off x="0" y="0"/>
            <a:ext cx="73025" cy="227012"/>
          </a:xfrm>
          <a:prstGeom prst="rect"/>
          <a:noFill/>
          <a:ln>
            <a:noFill/>
          </a:ln>
        </p:spPr>
        <p:txBody>
          <a:bodyPr anchor="ctr" bIns="22218" lIns="17457" rIns="17457" tIns="22218" vert="horz" wrap="none">
            <a:spAutoFit/>
          </a:bodyPr>
          <a:lstStyle>
            <a:lvl1pPr algn="l" eaLnBrk="0" fontAlgn="base" hangingPunct="0" indent="-342900" latinLnBrk="0" marL="3429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baseline="0" b="0" sz="32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1pPr>
            <a:lvl2pPr algn="l" eaLnBrk="0" fontAlgn="base" hangingPunct="0" indent="-285750" latinLnBrk="0" marL="74295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–"/>
              <a:defRPr baseline="0" b="0" sz="2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2pPr>
            <a:lvl3pPr algn="l" eaLnBrk="0" fontAlgn="base" hangingPunct="0" indent="-228600" latinLnBrk="0" marL="11430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baseline="0" b="0" sz="24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3pPr>
            <a:lvl4pPr algn="l" eaLnBrk="0" fontAlgn="base" hangingPunct="0" indent="-228600" latinLnBrk="0" marL="16002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–"/>
              <a:defRPr baseline="0" b="0" sz="20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4pPr>
            <a:lvl5pPr algn="l" eaLnBrk="0" fontAlgn="base" hangingPunct="0" indent="-228600" latinLnBrk="0" marL="20574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»"/>
              <a:defRPr baseline="0" b="0" sz="20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5pPr>
          </a:lstStyle>
          <a:p>
            <a:pPr eaLnBrk="1" hangingPunct="1" indent="0" lvl="0" marL="0">
              <a:spcBef>
                <a:spcPct val="0"/>
              </a:spcBef>
              <a:buFontTx/>
              <a:buNone/>
            </a:pPr>
            <a:r>
              <a:rPr altLang="ru-RU" sz="1200" lang="ru-RU">
                <a:latin typeface="Times New Roman" pitchFamily="18" charset="0"/>
                <a:ea typeface="Times New Roman" pitchFamily="18" charset="0"/>
              </a:rPr>
              <a:t> </a:t>
            </a:r>
          </a:p>
        </p:txBody>
      </p:sp>
      <p:sp>
        <p:nvSpPr>
          <p:cNvPr id="1048618" name="Rectangle 9"/>
          <p:cNvSpPr/>
          <p:nvPr/>
        </p:nvSpPr>
        <p:spPr>
          <a:xfrm rot="0">
            <a:off x="0" y="227012"/>
            <a:ext cx="73025" cy="227012"/>
          </a:xfrm>
          <a:prstGeom prst="rect"/>
          <a:noFill/>
          <a:ln>
            <a:noFill/>
          </a:ln>
        </p:spPr>
        <p:txBody>
          <a:bodyPr anchor="ctr" bIns="22218" lIns="17457" rIns="17457" tIns="22218" vert="horz" wrap="none">
            <a:spAutoFit/>
          </a:bodyPr>
          <a:lstStyle>
            <a:lvl1pPr algn="l" eaLnBrk="0" fontAlgn="base" hangingPunct="0" indent="-342900" latinLnBrk="0" marL="3429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baseline="0" b="0" sz="32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1pPr>
            <a:lvl2pPr algn="l" eaLnBrk="0" fontAlgn="base" hangingPunct="0" indent="-285750" latinLnBrk="0" marL="74295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–"/>
              <a:defRPr baseline="0" b="0" sz="2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2pPr>
            <a:lvl3pPr algn="l" eaLnBrk="0" fontAlgn="base" hangingPunct="0" indent="-228600" latinLnBrk="0" marL="11430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baseline="0" b="0" sz="24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3pPr>
            <a:lvl4pPr algn="l" eaLnBrk="0" fontAlgn="base" hangingPunct="0" indent="-228600" latinLnBrk="0" marL="16002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–"/>
              <a:defRPr baseline="0" b="0" sz="20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4pPr>
            <a:lvl5pPr algn="l" eaLnBrk="0" fontAlgn="base" hangingPunct="0" indent="-228600" latinLnBrk="0" marL="20574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»"/>
              <a:defRPr baseline="0" b="0" sz="20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5pPr>
          </a:lstStyle>
          <a:p>
            <a:pPr eaLnBrk="1" hangingPunct="1" indent="0" lvl="0" marL="0">
              <a:spcBef>
                <a:spcPct val="0"/>
              </a:spcBef>
              <a:buFontTx/>
              <a:buNone/>
            </a:pPr>
            <a:r>
              <a:rPr altLang="ru-RU" sz="1200" lang="ru-RU">
                <a:latin typeface="Times New Roman" pitchFamily="18" charset="0"/>
                <a:ea typeface="Times New Roman" pitchFamily="18" charset="0"/>
              </a:rPr>
              <a:t> </a:t>
            </a:r>
          </a:p>
        </p:txBody>
      </p:sp>
      <p:sp>
        <p:nvSpPr>
          <p:cNvPr id="1048619" name="Rectangle 10"/>
          <p:cNvSpPr/>
          <p:nvPr/>
        </p:nvSpPr>
        <p:spPr>
          <a:xfrm rot="0">
            <a:off x="0" y="454025"/>
            <a:ext cx="222250" cy="274637"/>
          </a:xfrm>
          <a:prstGeom prst="rect"/>
          <a:noFill/>
          <a:ln>
            <a:noFill/>
          </a:ln>
        </p:spPr>
        <p:txBody>
          <a:bodyPr anchor="ctr" bIns="45720" lIns="91440" rIns="91440" tIns="45720" vert="horz" wrap="none">
            <a:spAutoFit/>
          </a:bodyPr>
          <a:lstStyle>
            <a:lvl1pPr algn="l" eaLnBrk="0" fontAlgn="base" hangingPunct="0" indent="-342900" latinLnBrk="0" marL="3429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baseline="0" b="0" sz="32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1pPr>
            <a:lvl2pPr algn="l" eaLnBrk="0" fontAlgn="base" hangingPunct="0" indent="-285750" latinLnBrk="0" marL="74295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–"/>
              <a:defRPr baseline="0" b="0" sz="2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2pPr>
            <a:lvl3pPr algn="l" eaLnBrk="0" fontAlgn="base" hangingPunct="0" indent="-228600" latinLnBrk="0" marL="11430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baseline="0" b="0" sz="24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3pPr>
            <a:lvl4pPr algn="l" eaLnBrk="0" fontAlgn="base" hangingPunct="0" indent="-228600" latinLnBrk="0" marL="16002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–"/>
              <a:defRPr baseline="0" b="0" sz="20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4pPr>
            <a:lvl5pPr algn="l" eaLnBrk="0" fontAlgn="base" hangingPunct="0" indent="-228600" latinLnBrk="0" marL="20574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»"/>
              <a:defRPr baseline="0" b="0" sz="20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5pPr>
          </a:lstStyle>
          <a:p>
            <a:pPr eaLnBrk="1" hangingPunct="1" indent="0" lvl="0" marL="0">
              <a:spcBef>
                <a:spcPct val="0"/>
              </a:spcBef>
              <a:buFontTx/>
              <a:buNone/>
            </a:pPr>
            <a:r>
              <a:rPr altLang="ru-RU" sz="1200" lang="ru-RU">
                <a:latin typeface="Times New Roman" pitchFamily="18" charset="0"/>
                <a:ea typeface="Times New Roman" pitchFamily="18" charset="0"/>
              </a:rPr>
              <a:t> </a:t>
            </a:r>
          </a:p>
        </p:txBody>
      </p:sp>
      <p:pic>
        <p:nvPicPr>
          <p:cNvPr id="2097172" name="Picture 10" descr="j0205582"/>
          <p:cNvPicPr>
            <a:picLocks/>
          </p:cNvPicPr>
          <p:nvPr/>
        </p:nvPicPr>
        <p:blipFill>
          <a:blip xmlns:r="http://schemas.openxmlformats.org/officeDocument/2006/relationships" r:embed="rId2"/>
          <a:srcRect l="0" t="0" r="0" b="0"/>
          <a:stretch>
            <a:fillRect/>
          </a:stretch>
        </p:blipFill>
        <p:spPr>
          <a:xfrm rot="0">
            <a:off x="-252412" y="-100012"/>
            <a:ext cx="1776412" cy="1630362"/>
          </a:xfrm>
          <a:prstGeom prst="rect"/>
          <a:noFill/>
          <a:ln>
            <a:noFill/>
          </a:ln>
        </p:spPr>
      </p:pic>
    </p:spTree>
  </p:cSld>
  <p:clrMapOvr>
    <a:masterClrMapping/>
  </p:clrMapOvr>
  <p:timing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1">
  <p:cSld>
    <p:spTree>
      <p:nvGrpSpPr>
        <p:cNvPr id="46" name=""/>
        <p:cNvGrpSpPr/>
        <p:nvPr/>
      </p:nvGrpSpPr>
      <p:grpSpPr>
        <a:xfrm rot="0">
          <a:off x="0" y="0"/>
          <a:ext cx="0" cy="0"/>
          <a:chOff x="0" y="0"/>
          <a:chExt cx="0" cy="0"/>
        </a:xfrm>
      </p:grpSpPr>
      <p:sp>
        <p:nvSpPr>
          <p:cNvPr id="1048623" name="Rectangle 2"/>
          <p:cNvSpPr/>
          <p:nvPr>
            <p:ph type="ctrTitle" sz="full" idx="0"/>
          </p:nvPr>
        </p:nvSpPr>
        <p:spPr>
          <a:xfrm rot="0">
            <a:off x="1403350" y="404812"/>
            <a:ext cx="7740650" cy="1223962"/>
          </a:xfrm>
          <a:prstGeom prst="rect"/>
          <a:noFill/>
          <a:ln>
            <a:noFill/>
          </a:ln>
        </p:spPr>
        <p:txBody>
          <a:bodyPr anchor="ctr" bIns="45720" lIns="91440" rIns="91440" tIns="45720" vert="horz"/>
          <a:lstStyle>
            <a:lvl1pPr algn="ctr">
              <a:defRPr sz="4400"/>
            </a:lvl1pPr>
          </a:lstStyle>
          <a:p>
            <a:pPr eaLnBrk="1" hangingPunct="1" lvl="0"/>
            <a:r>
              <a:rPr altLang="ru-RU" b="1" sz="3600" lang="ru-RU">
                <a:solidFill>
                  <a:srgbClr val="FF0066"/>
                </a:solidFill>
              </a:rPr>
              <a:t>Технология создания сайта</a:t>
            </a:r>
          </a:p>
        </p:txBody>
      </p:sp>
      <p:pic>
        <p:nvPicPr>
          <p:cNvPr id="2097173" name="Picture 3" descr="Фон"/>
          <p:cNvPicPr>
            <a:picLocks/>
          </p:cNvPicPr>
          <p:nvPr/>
        </p:nvPicPr>
        <p:blipFill>
          <a:blip xmlns:r="http://schemas.openxmlformats.org/officeDocument/2006/relationships" r:embed="rId1"/>
          <a:srcRect l="0" t="0" r="0" b="0"/>
          <a:stretch>
            <a:fillRect/>
          </a:stretch>
        </p:blipFill>
        <p:spPr>
          <a:xfrm rot="0">
            <a:off x="0" y="0"/>
            <a:ext cx="1590675" cy="6858000"/>
          </a:xfrm>
          <a:prstGeom prst="rect"/>
          <a:noFill/>
          <a:ln>
            <a:noFill/>
          </a:ln>
        </p:spPr>
      </p:pic>
      <p:sp>
        <p:nvSpPr>
          <p:cNvPr id="1048624" name="Rectangle 4"/>
          <p:cNvSpPr/>
          <p:nvPr/>
        </p:nvSpPr>
        <p:spPr>
          <a:xfrm rot="0">
            <a:off x="0" y="0"/>
            <a:ext cx="73025" cy="227012"/>
          </a:xfrm>
          <a:prstGeom prst="rect"/>
          <a:noFill/>
          <a:ln>
            <a:noFill/>
          </a:ln>
        </p:spPr>
        <p:txBody>
          <a:bodyPr anchor="ctr" bIns="22218" lIns="17457" rIns="17457" tIns="22218" vert="horz" wrap="none">
            <a:spAutoFit/>
          </a:bodyPr>
          <a:lstStyle>
            <a:lvl1pPr algn="l" eaLnBrk="0" fontAlgn="base" hangingPunct="0" indent="-342900" latinLnBrk="0" marL="3429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baseline="0" b="0" sz="32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1pPr>
            <a:lvl2pPr algn="l" eaLnBrk="0" fontAlgn="base" hangingPunct="0" indent="-285750" latinLnBrk="0" marL="74295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–"/>
              <a:defRPr baseline="0" b="0" sz="2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2pPr>
            <a:lvl3pPr algn="l" eaLnBrk="0" fontAlgn="base" hangingPunct="0" indent="-228600" latinLnBrk="0" marL="11430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baseline="0" b="0" sz="24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3pPr>
            <a:lvl4pPr algn="l" eaLnBrk="0" fontAlgn="base" hangingPunct="0" indent="-228600" latinLnBrk="0" marL="16002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–"/>
              <a:defRPr baseline="0" b="0" sz="20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4pPr>
            <a:lvl5pPr algn="l" eaLnBrk="0" fontAlgn="base" hangingPunct="0" indent="-228600" latinLnBrk="0" marL="20574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»"/>
              <a:defRPr baseline="0" b="0" sz="20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5pPr>
          </a:lstStyle>
          <a:p>
            <a:pPr eaLnBrk="1" hangingPunct="1" indent="0" lvl="0" marL="0">
              <a:spcBef>
                <a:spcPct val="0"/>
              </a:spcBef>
              <a:buFontTx/>
              <a:buNone/>
            </a:pPr>
            <a:r>
              <a:rPr altLang="ru-RU" sz="1200" lang="ru-RU">
                <a:latin typeface="Times New Roman" pitchFamily="18" charset="0"/>
                <a:ea typeface="Times New Roman" pitchFamily="18" charset="0"/>
              </a:rPr>
              <a:t> </a:t>
            </a:r>
          </a:p>
        </p:txBody>
      </p:sp>
      <p:sp>
        <p:nvSpPr>
          <p:cNvPr id="1048625" name="Rectangle 5"/>
          <p:cNvSpPr/>
          <p:nvPr/>
        </p:nvSpPr>
        <p:spPr>
          <a:xfrm rot="0">
            <a:off x="0" y="227012"/>
            <a:ext cx="73025" cy="227012"/>
          </a:xfrm>
          <a:prstGeom prst="rect"/>
          <a:noFill/>
          <a:ln>
            <a:noFill/>
          </a:ln>
        </p:spPr>
        <p:txBody>
          <a:bodyPr anchor="ctr" bIns="22218" lIns="17457" rIns="17457" tIns="22218" vert="horz" wrap="none">
            <a:spAutoFit/>
          </a:bodyPr>
          <a:lstStyle>
            <a:lvl1pPr algn="l" eaLnBrk="0" fontAlgn="base" hangingPunct="0" indent="-342900" latinLnBrk="0" marL="3429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baseline="0" b="0" sz="32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1pPr>
            <a:lvl2pPr algn="l" eaLnBrk="0" fontAlgn="base" hangingPunct="0" indent="-285750" latinLnBrk="0" marL="74295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–"/>
              <a:defRPr baseline="0" b="0" sz="2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2pPr>
            <a:lvl3pPr algn="l" eaLnBrk="0" fontAlgn="base" hangingPunct="0" indent="-228600" latinLnBrk="0" marL="11430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baseline="0" b="0" sz="24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3pPr>
            <a:lvl4pPr algn="l" eaLnBrk="0" fontAlgn="base" hangingPunct="0" indent="-228600" latinLnBrk="0" marL="16002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–"/>
              <a:defRPr baseline="0" b="0" sz="20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4pPr>
            <a:lvl5pPr algn="l" eaLnBrk="0" fontAlgn="base" hangingPunct="0" indent="-228600" latinLnBrk="0" marL="20574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»"/>
              <a:defRPr baseline="0" b="0" sz="20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5pPr>
          </a:lstStyle>
          <a:p>
            <a:pPr eaLnBrk="1" hangingPunct="1" indent="0" lvl="0" marL="0">
              <a:spcBef>
                <a:spcPct val="0"/>
              </a:spcBef>
              <a:buFontTx/>
              <a:buNone/>
            </a:pPr>
            <a:r>
              <a:rPr altLang="ru-RU" sz="1200" lang="ru-RU">
                <a:latin typeface="Times New Roman" pitchFamily="18" charset="0"/>
                <a:ea typeface="Times New Roman" pitchFamily="18" charset="0"/>
              </a:rPr>
              <a:t> </a:t>
            </a:r>
          </a:p>
        </p:txBody>
      </p:sp>
      <p:sp>
        <p:nvSpPr>
          <p:cNvPr id="1048626" name="Rectangle 6"/>
          <p:cNvSpPr/>
          <p:nvPr/>
        </p:nvSpPr>
        <p:spPr>
          <a:xfrm rot="0">
            <a:off x="0" y="454025"/>
            <a:ext cx="222250" cy="274637"/>
          </a:xfrm>
          <a:prstGeom prst="rect"/>
          <a:noFill/>
          <a:ln>
            <a:noFill/>
          </a:ln>
        </p:spPr>
        <p:txBody>
          <a:bodyPr anchor="ctr" bIns="45720" lIns="91440" rIns="91440" tIns="45720" vert="horz" wrap="none">
            <a:spAutoFit/>
          </a:bodyPr>
          <a:lstStyle>
            <a:lvl1pPr algn="l" eaLnBrk="0" fontAlgn="base" hangingPunct="0" indent="-342900" latinLnBrk="0" marL="3429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baseline="0" b="0" sz="32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1pPr>
            <a:lvl2pPr algn="l" eaLnBrk="0" fontAlgn="base" hangingPunct="0" indent="-285750" latinLnBrk="0" marL="74295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–"/>
              <a:defRPr baseline="0" b="0" sz="2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2pPr>
            <a:lvl3pPr algn="l" eaLnBrk="0" fontAlgn="base" hangingPunct="0" indent="-228600" latinLnBrk="0" marL="11430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baseline="0" b="0" sz="24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3pPr>
            <a:lvl4pPr algn="l" eaLnBrk="0" fontAlgn="base" hangingPunct="0" indent="-228600" latinLnBrk="0" marL="16002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–"/>
              <a:defRPr baseline="0" b="0" sz="20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4pPr>
            <a:lvl5pPr algn="l" eaLnBrk="0" fontAlgn="base" hangingPunct="0" indent="-228600" latinLnBrk="0" marL="20574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»"/>
              <a:defRPr baseline="0" b="0" sz="20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5pPr>
          </a:lstStyle>
          <a:p>
            <a:pPr eaLnBrk="1" hangingPunct="1" indent="0" lvl="0" marL="0">
              <a:spcBef>
                <a:spcPct val="0"/>
              </a:spcBef>
              <a:buFontTx/>
              <a:buNone/>
            </a:pPr>
            <a:r>
              <a:rPr altLang="ru-RU" sz="1200" lang="ru-RU">
                <a:latin typeface="Times New Roman" pitchFamily="18" charset="0"/>
                <a:ea typeface="Times New Roman" pitchFamily="18" charset="0"/>
              </a:rPr>
              <a:t> </a:t>
            </a:r>
          </a:p>
        </p:txBody>
      </p:sp>
      <p:sp>
        <p:nvSpPr>
          <p:cNvPr id="1048627" name="Rectangle 7"/>
          <p:cNvSpPr/>
          <p:nvPr/>
        </p:nvSpPr>
        <p:spPr>
          <a:xfrm rot="0">
            <a:off x="0" y="0"/>
            <a:ext cx="73025" cy="227012"/>
          </a:xfrm>
          <a:prstGeom prst="rect"/>
          <a:noFill/>
          <a:ln>
            <a:noFill/>
          </a:ln>
        </p:spPr>
        <p:txBody>
          <a:bodyPr anchor="ctr" bIns="22218" lIns="17457" rIns="17457" tIns="22218" vert="horz" wrap="none">
            <a:spAutoFit/>
          </a:bodyPr>
          <a:lstStyle>
            <a:lvl1pPr algn="l" eaLnBrk="0" fontAlgn="base" hangingPunct="0" indent="-342900" latinLnBrk="0" marL="3429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baseline="0" b="0" sz="32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1pPr>
            <a:lvl2pPr algn="l" eaLnBrk="0" fontAlgn="base" hangingPunct="0" indent="-285750" latinLnBrk="0" marL="74295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–"/>
              <a:defRPr baseline="0" b="0" sz="2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2pPr>
            <a:lvl3pPr algn="l" eaLnBrk="0" fontAlgn="base" hangingPunct="0" indent="-228600" latinLnBrk="0" marL="11430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baseline="0" b="0" sz="24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3pPr>
            <a:lvl4pPr algn="l" eaLnBrk="0" fontAlgn="base" hangingPunct="0" indent="-228600" latinLnBrk="0" marL="16002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–"/>
              <a:defRPr baseline="0" b="0" sz="20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4pPr>
            <a:lvl5pPr algn="l" eaLnBrk="0" fontAlgn="base" hangingPunct="0" indent="-228600" latinLnBrk="0" marL="20574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»"/>
              <a:defRPr baseline="0" b="0" sz="20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5pPr>
          </a:lstStyle>
          <a:p>
            <a:pPr eaLnBrk="1" hangingPunct="1" indent="0" lvl="0" marL="0">
              <a:spcBef>
                <a:spcPct val="0"/>
              </a:spcBef>
              <a:buFontTx/>
              <a:buNone/>
            </a:pPr>
            <a:r>
              <a:rPr altLang="ru-RU" sz="1200" lang="ru-RU">
                <a:latin typeface="Times New Roman" pitchFamily="18" charset="0"/>
                <a:ea typeface="Times New Roman" pitchFamily="18" charset="0"/>
              </a:rPr>
              <a:t> </a:t>
            </a:r>
          </a:p>
        </p:txBody>
      </p:sp>
      <p:sp>
        <p:nvSpPr>
          <p:cNvPr id="1048628" name="Rectangle 8"/>
          <p:cNvSpPr/>
          <p:nvPr/>
        </p:nvSpPr>
        <p:spPr>
          <a:xfrm rot="0">
            <a:off x="0" y="227012"/>
            <a:ext cx="73025" cy="227012"/>
          </a:xfrm>
          <a:prstGeom prst="rect"/>
          <a:noFill/>
          <a:ln>
            <a:noFill/>
          </a:ln>
        </p:spPr>
        <p:txBody>
          <a:bodyPr anchor="ctr" bIns="22218" lIns="17457" rIns="17457" tIns="22218" vert="horz" wrap="none">
            <a:spAutoFit/>
          </a:bodyPr>
          <a:lstStyle>
            <a:lvl1pPr algn="l" eaLnBrk="0" fontAlgn="base" hangingPunct="0" indent="-342900" latinLnBrk="0" marL="3429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baseline="0" b="0" sz="32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1pPr>
            <a:lvl2pPr algn="l" eaLnBrk="0" fontAlgn="base" hangingPunct="0" indent="-285750" latinLnBrk="0" marL="74295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–"/>
              <a:defRPr baseline="0" b="0" sz="2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2pPr>
            <a:lvl3pPr algn="l" eaLnBrk="0" fontAlgn="base" hangingPunct="0" indent="-228600" latinLnBrk="0" marL="11430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baseline="0" b="0" sz="24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3pPr>
            <a:lvl4pPr algn="l" eaLnBrk="0" fontAlgn="base" hangingPunct="0" indent="-228600" latinLnBrk="0" marL="16002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–"/>
              <a:defRPr baseline="0" b="0" sz="20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4pPr>
            <a:lvl5pPr algn="l" eaLnBrk="0" fontAlgn="base" hangingPunct="0" indent="-228600" latinLnBrk="0" marL="20574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»"/>
              <a:defRPr baseline="0" b="0" sz="20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5pPr>
          </a:lstStyle>
          <a:p>
            <a:pPr eaLnBrk="1" hangingPunct="1" indent="0" lvl="0" marL="0">
              <a:spcBef>
                <a:spcPct val="0"/>
              </a:spcBef>
              <a:buFontTx/>
              <a:buNone/>
            </a:pPr>
            <a:r>
              <a:rPr altLang="ru-RU" sz="1200" lang="ru-RU">
                <a:latin typeface="Times New Roman" pitchFamily="18" charset="0"/>
                <a:ea typeface="Times New Roman" pitchFamily="18" charset="0"/>
              </a:rPr>
              <a:t> </a:t>
            </a:r>
          </a:p>
        </p:txBody>
      </p:sp>
      <p:sp>
        <p:nvSpPr>
          <p:cNvPr id="1048629" name="Rectangle 9"/>
          <p:cNvSpPr/>
          <p:nvPr/>
        </p:nvSpPr>
        <p:spPr>
          <a:xfrm rot="0">
            <a:off x="0" y="454025"/>
            <a:ext cx="222250" cy="274637"/>
          </a:xfrm>
          <a:prstGeom prst="rect"/>
          <a:noFill/>
          <a:ln>
            <a:noFill/>
          </a:ln>
        </p:spPr>
        <p:txBody>
          <a:bodyPr anchor="ctr" bIns="45720" lIns="91440" rIns="91440" tIns="45720" vert="horz" wrap="none">
            <a:spAutoFit/>
          </a:bodyPr>
          <a:lstStyle>
            <a:lvl1pPr algn="l" eaLnBrk="0" fontAlgn="base" hangingPunct="0" indent="-342900" latinLnBrk="0" marL="3429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baseline="0" b="0" sz="32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1pPr>
            <a:lvl2pPr algn="l" eaLnBrk="0" fontAlgn="base" hangingPunct="0" indent="-285750" latinLnBrk="0" marL="74295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–"/>
              <a:defRPr baseline="0" b="0" sz="2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2pPr>
            <a:lvl3pPr algn="l" eaLnBrk="0" fontAlgn="base" hangingPunct="0" indent="-228600" latinLnBrk="0" marL="11430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baseline="0" b="0" sz="24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3pPr>
            <a:lvl4pPr algn="l" eaLnBrk="0" fontAlgn="base" hangingPunct="0" indent="-228600" latinLnBrk="0" marL="16002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–"/>
              <a:defRPr baseline="0" b="0" sz="20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4pPr>
            <a:lvl5pPr algn="l" eaLnBrk="0" fontAlgn="base" hangingPunct="0" indent="-228600" latinLnBrk="0" marL="20574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»"/>
              <a:defRPr baseline="0" b="0" sz="20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5pPr>
          </a:lstStyle>
          <a:p>
            <a:pPr eaLnBrk="1" hangingPunct="1" indent="0" lvl="0" marL="0">
              <a:spcBef>
                <a:spcPct val="0"/>
              </a:spcBef>
              <a:buFontTx/>
              <a:buNone/>
            </a:pPr>
            <a:r>
              <a:rPr altLang="ru-RU" sz="1200" lang="ru-RU">
                <a:latin typeface="Times New Roman" pitchFamily="18" charset="0"/>
                <a:ea typeface="Times New Roman" pitchFamily="18" charset="0"/>
              </a:rPr>
              <a:t> </a:t>
            </a:r>
          </a:p>
        </p:txBody>
      </p:sp>
      <p:sp>
        <p:nvSpPr>
          <p:cNvPr id="1048630" name="Rectangle 10"/>
          <p:cNvSpPr/>
          <p:nvPr>
            <p:ph type="subTitle" sz="full" idx="1"/>
          </p:nvPr>
        </p:nvSpPr>
        <p:spPr>
          <a:xfrm rot="0">
            <a:off x="1763712" y="1773237"/>
            <a:ext cx="7129462" cy="4824412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lstStyle>
            <a:lvl1pPr algn="ctr" marL="0">
              <a:buFontTx/>
              <a:buNone/>
              <a:defRPr sz="3200">
                <a:solidFill>
                  <a:schemeClr val="dk1"/>
                </a:solidFill>
              </a:defRPr>
            </a:lvl1pPr>
            <a:lvl2pPr algn="ctr" marL="457200">
              <a:buFontTx/>
              <a:buNone/>
            </a:lvl2pPr>
            <a:lvl3pPr algn="ctr" marL="914400">
              <a:buFontTx/>
              <a:buNone/>
            </a:lvl3pPr>
            <a:lvl4pPr algn="ctr" marL="1371600">
              <a:buFontTx/>
              <a:buNone/>
            </a:lvl4pPr>
            <a:lvl5pPr algn="ctr" marL="1828800">
              <a:buFontTx/>
              <a:buNone/>
            </a:lvl5pPr>
          </a:lstStyle>
          <a:p>
            <a:pPr algn="l" eaLnBrk="1" hangingPunct="1" indent="-447675" lvl="1" marL="635000"/>
            <a:endParaRPr altLang="en-US" sz="800" lang="ru-RU"/>
          </a:p>
          <a:p>
            <a:pPr algn="l" eaLnBrk="1" hangingPunct="1" indent="-447675" lvl="1" marL="635000">
              <a:buFontTx/>
              <a:buAutoNum type="arabicPeriod" startAt="1"/>
            </a:pPr>
            <a:r>
              <a:rPr altLang="en-US" b="1" sz="3600" lang="en-US">
                <a:solidFill>
                  <a:srgbClr val="3366CC"/>
                </a:solidFill>
              </a:rPr>
              <a:t>Выбор площадки</a:t>
            </a:r>
          </a:p>
          <a:p>
            <a:pPr algn="l" eaLnBrk="1" hangingPunct="1" indent="-447675" lvl="1" marL="635000"/>
            <a:endParaRPr altLang="en-US" b="1" sz="2400" lang="en-US">
              <a:solidFill>
                <a:srgbClr val="3366CC"/>
              </a:solidFill>
            </a:endParaRPr>
          </a:p>
        </p:txBody>
      </p:sp>
      <p:pic>
        <p:nvPicPr>
          <p:cNvPr id="2097174" name="Picture 11" descr="j0205582"/>
          <p:cNvPicPr>
            <a:picLocks/>
          </p:cNvPicPr>
          <p:nvPr/>
        </p:nvPicPr>
        <p:blipFill>
          <a:blip xmlns:r="http://schemas.openxmlformats.org/officeDocument/2006/relationships" r:embed="rId2"/>
          <a:srcRect l="0" t="0" r="0" b="0"/>
          <a:stretch>
            <a:fillRect/>
          </a:stretch>
        </p:blipFill>
        <p:spPr>
          <a:xfrm rot="0">
            <a:off x="-252412" y="-100012"/>
            <a:ext cx="1776412" cy="1630362"/>
          </a:xfrm>
          <a:prstGeom prst="rect"/>
          <a:noFill/>
          <a:ln>
            <a:noFill/>
          </a:ln>
        </p:spPr>
      </p:pic>
      <p:pic>
        <p:nvPicPr>
          <p:cNvPr id="2097175" name="Picture 13" descr="https://avatars.mds.yandex.net/i?id=435faa5245bedf51afdf861e623d7700d7b14216-4078110-images-thumbs&amp;n=13"/>
          <p:cNvPicPr>
            <a:picLocks/>
          </p:cNvPicPr>
          <p:nvPr/>
        </p:nvPicPr>
        <p:blipFill>
          <a:blip xmlns:r="http://schemas.openxmlformats.org/officeDocument/2006/relationships" r:embed="rId3"/>
          <a:srcRect l="0" t="0" r="0" b="0"/>
          <a:stretch>
            <a:fillRect/>
          </a:stretch>
        </p:blipFill>
        <p:spPr>
          <a:xfrm rot="0">
            <a:off x="3203575" y="3213100"/>
            <a:ext cx="4572000" cy="3048000"/>
          </a:xfrm>
          <a:prstGeom prst="rect"/>
          <a:noFill/>
          <a:ln>
            <a:noFill/>
          </a:ln>
        </p:spPr>
      </p:pic>
    </p:spTree>
  </p:cSld>
  <p:clrMapOvr>
    <a:masterClrMapping/>
  </p:clrMapOvr>
  <p:timing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1">
  <p:cSld>
    <p:spTree>
      <p:nvGrpSpPr>
        <p:cNvPr id="47" name=""/>
        <p:cNvGrpSpPr/>
        <p:nvPr/>
      </p:nvGrpSpPr>
      <p:grpSpPr>
        <a:xfrm rot="0">
          <a:off x="0" y="0"/>
          <a:ext cx="0" cy="0"/>
          <a:chOff x="0" y="0"/>
          <a:chExt cx="0" cy="0"/>
        </a:xfrm>
      </p:grpSpPr>
      <p:sp>
        <p:nvSpPr>
          <p:cNvPr id="1048631" name="Rectangle 2"/>
          <p:cNvSpPr/>
          <p:nvPr>
            <p:ph type="ctrTitle" sz="full" idx="0"/>
          </p:nvPr>
        </p:nvSpPr>
        <p:spPr>
          <a:xfrm rot="0">
            <a:off x="1403350" y="404812"/>
            <a:ext cx="7740650" cy="1223962"/>
          </a:xfrm>
          <a:prstGeom prst="rect"/>
          <a:noFill/>
          <a:ln>
            <a:noFill/>
          </a:ln>
        </p:spPr>
        <p:txBody>
          <a:bodyPr anchor="ctr" bIns="45720" lIns="91440" rIns="91440" tIns="45720" vert="horz"/>
          <a:lstStyle>
            <a:lvl1pPr algn="ctr">
              <a:defRPr sz="4400"/>
            </a:lvl1pPr>
          </a:lstStyle>
          <a:p>
            <a:pPr eaLnBrk="1" hangingPunct="1" lvl="0"/>
            <a:r>
              <a:rPr altLang="ru-RU" b="1" sz="3600" lang="ru-RU">
                <a:solidFill>
                  <a:srgbClr val="FF0066"/>
                </a:solidFill>
              </a:rPr>
              <a:t>Технология создания сайта</a:t>
            </a:r>
          </a:p>
        </p:txBody>
      </p:sp>
      <p:pic>
        <p:nvPicPr>
          <p:cNvPr id="2097176" name="Picture 3" descr="Фон"/>
          <p:cNvPicPr>
            <a:picLocks/>
          </p:cNvPicPr>
          <p:nvPr/>
        </p:nvPicPr>
        <p:blipFill>
          <a:blip xmlns:r="http://schemas.openxmlformats.org/officeDocument/2006/relationships" r:embed="rId1"/>
          <a:srcRect l="0" t="0" r="0" b="0"/>
          <a:stretch>
            <a:fillRect/>
          </a:stretch>
        </p:blipFill>
        <p:spPr>
          <a:xfrm rot="0">
            <a:off x="0" y="0"/>
            <a:ext cx="1590675" cy="6858000"/>
          </a:xfrm>
          <a:prstGeom prst="rect"/>
          <a:noFill/>
          <a:ln>
            <a:noFill/>
          </a:ln>
        </p:spPr>
      </p:pic>
      <p:sp>
        <p:nvSpPr>
          <p:cNvPr id="1048632" name="Rectangle 4"/>
          <p:cNvSpPr/>
          <p:nvPr/>
        </p:nvSpPr>
        <p:spPr>
          <a:xfrm rot="0">
            <a:off x="0" y="0"/>
            <a:ext cx="73025" cy="227012"/>
          </a:xfrm>
          <a:prstGeom prst="rect"/>
          <a:noFill/>
          <a:ln>
            <a:noFill/>
          </a:ln>
        </p:spPr>
        <p:txBody>
          <a:bodyPr anchor="ctr" bIns="22218" lIns="17457" rIns="17457" tIns="22218" vert="horz" wrap="none">
            <a:spAutoFit/>
          </a:bodyPr>
          <a:lstStyle>
            <a:lvl1pPr algn="l" eaLnBrk="0" fontAlgn="base" hangingPunct="0" indent="-342900" latinLnBrk="0" marL="3429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baseline="0" b="0" sz="32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1pPr>
            <a:lvl2pPr algn="l" eaLnBrk="0" fontAlgn="base" hangingPunct="0" indent="-285750" latinLnBrk="0" marL="74295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–"/>
              <a:defRPr baseline="0" b="0" sz="2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2pPr>
            <a:lvl3pPr algn="l" eaLnBrk="0" fontAlgn="base" hangingPunct="0" indent="-228600" latinLnBrk="0" marL="11430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baseline="0" b="0" sz="24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3pPr>
            <a:lvl4pPr algn="l" eaLnBrk="0" fontAlgn="base" hangingPunct="0" indent="-228600" latinLnBrk="0" marL="16002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–"/>
              <a:defRPr baseline="0" b="0" sz="20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4pPr>
            <a:lvl5pPr algn="l" eaLnBrk="0" fontAlgn="base" hangingPunct="0" indent="-228600" latinLnBrk="0" marL="20574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»"/>
              <a:defRPr baseline="0" b="0" sz="20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5pPr>
          </a:lstStyle>
          <a:p>
            <a:pPr eaLnBrk="1" hangingPunct="1" indent="0" lvl="0" marL="0">
              <a:spcBef>
                <a:spcPct val="0"/>
              </a:spcBef>
              <a:buFontTx/>
              <a:buNone/>
            </a:pPr>
            <a:r>
              <a:rPr altLang="ru-RU" sz="1200" lang="ru-RU">
                <a:latin typeface="Times New Roman" pitchFamily="18" charset="0"/>
                <a:ea typeface="Times New Roman" pitchFamily="18" charset="0"/>
              </a:rPr>
              <a:t> </a:t>
            </a:r>
          </a:p>
        </p:txBody>
      </p:sp>
      <p:sp>
        <p:nvSpPr>
          <p:cNvPr id="1048633" name="Rectangle 5"/>
          <p:cNvSpPr/>
          <p:nvPr/>
        </p:nvSpPr>
        <p:spPr>
          <a:xfrm rot="0">
            <a:off x="0" y="227012"/>
            <a:ext cx="73025" cy="227012"/>
          </a:xfrm>
          <a:prstGeom prst="rect"/>
          <a:noFill/>
          <a:ln>
            <a:noFill/>
          </a:ln>
        </p:spPr>
        <p:txBody>
          <a:bodyPr anchor="ctr" bIns="22218" lIns="17457" rIns="17457" tIns="22218" vert="horz" wrap="none">
            <a:spAutoFit/>
          </a:bodyPr>
          <a:lstStyle>
            <a:lvl1pPr algn="l" eaLnBrk="0" fontAlgn="base" hangingPunct="0" indent="-342900" latinLnBrk="0" marL="3429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baseline="0" b="0" sz="32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1pPr>
            <a:lvl2pPr algn="l" eaLnBrk="0" fontAlgn="base" hangingPunct="0" indent="-285750" latinLnBrk="0" marL="74295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–"/>
              <a:defRPr baseline="0" b="0" sz="2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2pPr>
            <a:lvl3pPr algn="l" eaLnBrk="0" fontAlgn="base" hangingPunct="0" indent="-228600" latinLnBrk="0" marL="11430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baseline="0" b="0" sz="24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3pPr>
            <a:lvl4pPr algn="l" eaLnBrk="0" fontAlgn="base" hangingPunct="0" indent="-228600" latinLnBrk="0" marL="16002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–"/>
              <a:defRPr baseline="0" b="0" sz="20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4pPr>
            <a:lvl5pPr algn="l" eaLnBrk="0" fontAlgn="base" hangingPunct="0" indent="-228600" latinLnBrk="0" marL="20574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»"/>
              <a:defRPr baseline="0" b="0" sz="20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5pPr>
          </a:lstStyle>
          <a:p>
            <a:pPr eaLnBrk="1" hangingPunct="1" indent="0" lvl="0" marL="0">
              <a:spcBef>
                <a:spcPct val="0"/>
              </a:spcBef>
              <a:buFontTx/>
              <a:buNone/>
            </a:pPr>
            <a:r>
              <a:rPr altLang="ru-RU" sz="1200" lang="ru-RU">
                <a:latin typeface="Times New Roman" pitchFamily="18" charset="0"/>
                <a:ea typeface="Times New Roman" pitchFamily="18" charset="0"/>
              </a:rPr>
              <a:t> </a:t>
            </a:r>
          </a:p>
        </p:txBody>
      </p:sp>
      <p:sp>
        <p:nvSpPr>
          <p:cNvPr id="1048634" name="Rectangle 6"/>
          <p:cNvSpPr/>
          <p:nvPr/>
        </p:nvSpPr>
        <p:spPr>
          <a:xfrm rot="0">
            <a:off x="0" y="454025"/>
            <a:ext cx="222250" cy="274637"/>
          </a:xfrm>
          <a:prstGeom prst="rect"/>
          <a:noFill/>
          <a:ln>
            <a:noFill/>
          </a:ln>
        </p:spPr>
        <p:txBody>
          <a:bodyPr anchor="ctr" bIns="45720" lIns="91440" rIns="91440" tIns="45720" vert="horz" wrap="none">
            <a:spAutoFit/>
          </a:bodyPr>
          <a:lstStyle>
            <a:lvl1pPr algn="l" eaLnBrk="0" fontAlgn="base" hangingPunct="0" indent="-342900" latinLnBrk="0" marL="3429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baseline="0" b="0" sz="32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1pPr>
            <a:lvl2pPr algn="l" eaLnBrk="0" fontAlgn="base" hangingPunct="0" indent="-285750" latinLnBrk="0" marL="74295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–"/>
              <a:defRPr baseline="0" b="0" sz="2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2pPr>
            <a:lvl3pPr algn="l" eaLnBrk="0" fontAlgn="base" hangingPunct="0" indent="-228600" latinLnBrk="0" marL="11430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baseline="0" b="0" sz="24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3pPr>
            <a:lvl4pPr algn="l" eaLnBrk="0" fontAlgn="base" hangingPunct="0" indent="-228600" latinLnBrk="0" marL="16002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–"/>
              <a:defRPr baseline="0" b="0" sz="20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4pPr>
            <a:lvl5pPr algn="l" eaLnBrk="0" fontAlgn="base" hangingPunct="0" indent="-228600" latinLnBrk="0" marL="20574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»"/>
              <a:defRPr baseline="0" b="0" sz="20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5pPr>
          </a:lstStyle>
          <a:p>
            <a:pPr eaLnBrk="1" hangingPunct="1" indent="0" lvl="0" marL="0">
              <a:spcBef>
                <a:spcPct val="0"/>
              </a:spcBef>
              <a:buFontTx/>
              <a:buNone/>
            </a:pPr>
            <a:r>
              <a:rPr altLang="ru-RU" sz="1200" lang="ru-RU">
                <a:latin typeface="Times New Roman" pitchFamily="18" charset="0"/>
                <a:ea typeface="Times New Roman" pitchFamily="18" charset="0"/>
              </a:rPr>
              <a:t> </a:t>
            </a:r>
          </a:p>
        </p:txBody>
      </p:sp>
      <p:sp>
        <p:nvSpPr>
          <p:cNvPr id="1048635" name="Rectangle 7"/>
          <p:cNvSpPr/>
          <p:nvPr/>
        </p:nvSpPr>
        <p:spPr>
          <a:xfrm rot="0">
            <a:off x="0" y="0"/>
            <a:ext cx="73025" cy="227012"/>
          </a:xfrm>
          <a:prstGeom prst="rect"/>
          <a:noFill/>
          <a:ln>
            <a:noFill/>
          </a:ln>
        </p:spPr>
        <p:txBody>
          <a:bodyPr anchor="ctr" bIns="22218" lIns="17457" rIns="17457" tIns="22218" vert="horz" wrap="none">
            <a:spAutoFit/>
          </a:bodyPr>
          <a:lstStyle>
            <a:lvl1pPr algn="l" eaLnBrk="0" fontAlgn="base" hangingPunct="0" indent="-342900" latinLnBrk="0" marL="3429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baseline="0" b="0" sz="32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1pPr>
            <a:lvl2pPr algn="l" eaLnBrk="0" fontAlgn="base" hangingPunct="0" indent="-285750" latinLnBrk="0" marL="74295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–"/>
              <a:defRPr baseline="0" b="0" sz="2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2pPr>
            <a:lvl3pPr algn="l" eaLnBrk="0" fontAlgn="base" hangingPunct="0" indent="-228600" latinLnBrk="0" marL="11430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baseline="0" b="0" sz="24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3pPr>
            <a:lvl4pPr algn="l" eaLnBrk="0" fontAlgn="base" hangingPunct="0" indent="-228600" latinLnBrk="0" marL="16002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–"/>
              <a:defRPr baseline="0" b="0" sz="20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4pPr>
            <a:lvl5pPr algn="l" eaLnBrk="0" fontAlgn="base" hangingPunct="0" indent="-228600" latinLnBrk="0" marL="20574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»"/>
              <a:defRPr baseline="0" b="0" sz="20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5pPr>
          </a:lstStyle>
          <a:p>
            <a:pPr eaLnBrk="1" hangingPunct="1" indent="0" lvl="0" marL="0">
              <a:spcBef>
                <a:spcPct val="0"/>
              </a:spcBef>
              <a:buFontTx/>
              <a:buNone/>
            </a:pPr>
            <a:r>
              <a:rPr altLang="ru-RU" sz="1200" lang="ru-RU">
                <a:latin typeface="Times New Roman" pitchFamily="18" charset="0"/>
                <a:ea typeface="Times New Roman" pitchFamily="18" charset="0"/>
              </a:rPr>
              <a:t> </a:t>
            </a:r>
          </a:p>
        </p:txBody>
      </p:sp>
      <p:sp>
        <p:nvSpPr>
          <p:cNvPr id="1048636" name="Rectangle 8"/>
          <p:cNvSpPr/>
          <p:nvPr/>
        </p:nvSpPr>
        <p:spPr>
          <a:xfrm rot="0">
            <a:off x="0" y="227012"/>
            <a:ext cx="73025" cy="227012"/>
          </a:xfrm>
          <a:prstGeom prst="rect"/>
          <a:noFill/>
          <a:ln>
            <a:noFill/>
          </a:ln>
        </p:spPr>
        <p:txBody>
          <a:bodyPr anchor="ctr" bIns="22218" lIns="17457" rIns="17457" tIns="22218" vert="horz" wrap="none">
            <a:spAutoFit/>
          </a:bodyPr>
          <a:lstStyle>
            <a:lvl1pPr algn="l" eaLnBrk="0" fontAlgn="base" hangingPunct="0" indent="-342900" latinLnBrk="0" marL="3429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baseline="0" b="0" sz="32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1pPr>
            <a:lvl2pPr algn="l" eaLnBrk="0" fontAlgn="base" hangingPunct="0" indent="-285750" latinLnBrk="0" marL="74295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–"/>
              <a:defRPr baseline="0" b="0" sz="2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2pPr>
            <a:lvl3pPr algn="l" eaLnBrk="0" fontAlgn="base" hangingPunct="0" indent="-228600" latinLnBrk="0" marL="11430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baseline="0" b="0" sz="24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3pPr>
            <a:lvl4pPr algn="l" eaLnBrk="0" fontAlgn="base" hangingPunct="0" indent="-228600" latinLnBrk="0" marL="16002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–"/>
              <a:defRPr baseline="0" b="0" sz="20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4pPr>
            <a:lvl5pPr algn="l" eaLnBrk="0" fontAlgn="base" hangingPunct="0" indent="-228600" latinLnBrk="0" marL="20574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»"/>
              <a:defRPr baseline="0" b="0" sz="20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5pPr>
          </a:lstStyle>
          <a:p>
            <a:pPr eaLnBrk="1" hangingPunct="1" indent="0" lvl="0" marL="0">
              <a:spcBef>
                <a:spcPct val="0"/>
              </a:spcBef>
              <a:buFontTx/>
              <a:buNone/>
            </a:pPr>
            <a:r>
              <a:rPr altLang="ru-RU" sz="1200" lang="ru-RU">
                <a:latin typeface="Times New Roman" pitchFamily="18" charset="0"/>
                <a:ea typeface="Times New Roman" pitchFamily="18" charset="0"/>
              </a:rPr>
              <a:t> </a:t>
            </a:r>
          </a:p>
        </p:txBody>
      </p:sp>
      <p:sp>
        <p:nvSpPr>
          <p:cNvPr id="1048637" name="Rectangle 9"/>
          <p:cNvSpPr/>
          <p:nvPr/>
        </p:nvSpPr>
        <p:spPr>
          <a:xfrm rot="0">
            <a:off x="0" y="454025"/>
            <a:ext cx="222250" cy="274637"/>
          </a:xfrm>
          <a:prstGeom prst="rect"/>
          <a:noFill/>
          <a:ln>
            <a:noFill/>
          </a:ln>
        </p:spPr>
        <p:txBody>
          <a:bodyPr anchor="ctr" bIns="45720" lIns="91440" rIns="91440" tIns="45720" vert="horz" wrap="none">
            <a:spAutoFit/>
          </a:bodyPr>
          <a:lstStyle>
            <a:lvl1pPr algn="l" eaLnBrk="0" fontAlgn="base" hangingPunct="0" indent="-342900" latinLnBrk="0" marL="3429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baseline="0" b="0" sz="32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1pPr>
            <a:lvl2pPr algn="l" eaLnBrk="0" fontAlgn="base" hangingPunct="0" indent="-285750" latinLnBrk="0" marL="74295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–"/>
              <a:defRPr baseline="0" b="0" sz="2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2pPr>
            <a:lvl3pPr algn="l" eaLnBrk="0" fontAlgn="base" hangingPunct="0" indent="-228600" latinLnBrk="0" marL="11430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baseline="0" b="0" sz="24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3pPr>
            <a:lvl4pPr algn="l" eaLnBrk="0" fontAlgn="base" hangingPunct="0" indent="-228600" latinLnBrk="0" marL="16002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–"/>
              <a:defRPr baseline="0" b="0" sz="20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4pPr>
            <a:lvl5pPr algn="l" eaLnBrk="0" fontAlgn="base" hangingPunct="0" indent="-228600" latinLnBrk="0" marL="20574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»"/>
              <a:defRPr baseline="0" b="0" sz="20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5pPr>
          </a:lstStyle>
          <a:p>
            <a:pPr eaLnBrk="1" hangingPunct="1" indent="0" lvl="0" marL="0">
              <a:spcBef>
                <a:spcPct val="0"/>
              </a:spcBef>
              <a:buFontTx/>
              <a:buNone/>
            </a:pPr>
            <a:r>
              <a:rPr altLang="ru-RU" sz="1200" lang="ru-RU">
                <a:latin typeface="Times New Roman" pitchFamily="18" charset="0"/>
                <a:ea typeface="Times New Roman" pitchFamily="18" charset="0"/>
              </a:rPr>
              <a:t> </a:t>
            </a:r>
          </a:p>
        </p:txBody>
      </p:sp>
      <p:sp>
        <p:nvSpPr>
          <p:cNvPr id="1048638" name="Rectangle 10"/>
          <p:cNvSpPr/>
          <p:nvPr>
            <p:ph type="subTitle" sz="full" idx="1"/>
          </p:nvPr>
        </p:nvSpPr>
        <p:spPr>
          <a:xfrm rot="0">
            <a:off x="1763712" y="1773237"/>
            <a:ext cx="7129462" cy="4824412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lstStyle>
            <a:lvl1pPr algn="ctr" marL="0">
              <a:buFontTx/>
              <a:buNone/>
              <a:defRPr sz="3200">
                <a:solidFill>
                  <a:schemeClr val="dk1"/>
                </a:solidFill>
              </a:defRPr>
            </a:lvl1pPr>
            <a:lvl2pPr algn="ctr" marL="457200">
              <a:buFontTx/>
              <a:buNone/>
            </a:lvl2pPr>
            <a:lvl3pPr algn="ctr" marL="914400">
              <a:buFontTx/>
              <a:buNone/>
            </a:lvl3pPr>
            <a:lvl4pPr algn="ctr" marL="1371600">
              <a:buFontTx/>
              <a:buNone/>
            </a:lvl4pPr>
            <a:lvl5pPr algn="ctr" marL="1828800">
              <a:buFontTx/>
              <a:buNone/>
            </a:lvl5pPr>
          </a:lstStyle>
          <a:p>
            <a:pPr algn="l" eaLnBrk="1" hangingPunct="1" indent="-447675" lvl="1" marL="635000"/>
            <a:endParaRPr altLang="en-US" sz="800" lang="ru-RU"/>
          </a:p>
          <a:p>
            <a:pPr algn="l" eaLnBrk="1" hangingPunct="1" indent="-447675" lvl="1" marL="635000"/>
            <a:r>
              <a:rPr altLang="en-US" b="1" sz="3600" lang="en-US">
                <a:solidFill>
                  <a:srgbClr val="3366CC"/>
                </a:solidFill>
              </a:rPr>
              <a:t>2. Регистрация </a:t>
            </a:r>
          </a:p>
          <a:p>
            <a:pPr algn="l" eaLnBrk="1" hangingPunct="1" indent="-447675" lvl="1" marL="635000"/>
            <a:endParaRPr altLang="en-US" b="1" sz="3600" lang="ru-RU">
              <a:solidFill>
                <a:srgbClr val="3366CC"/>
              </a:solidFill>
            </a:endParaRPr>
          </a:p>
          <a:p>
            <a:pPr algn="l" eaLnBrk="1" hangingPunct="1" indent="-447675" lvl="1" marL="635000"/>
            <a:endParaRPr altLang="en-US" b="1" sz="2400" lang="en-US">
              <a:solidFill>
                <a:srgbClr val="3366CC"/>
              </a:solidFill>
            </a:endParaRPr>
          </a:p>
        </p:txBody>
      </p:sp>
      <p:pic>
        <p:nvPicPr>
          <p:cNvPr id="2097177" name="Picture 11" descr="j0205582"/>
          <p:cNvPicPr>
            <a:picLocks/>
          </p:cNvPicPr>
          <p:nvPr/>
        </p:nvPicPr>
        <p:blipFill>
          <a:blip xmlns:r="http://schemas.openxmlformats.org/officeDocument/2006/relationships" r:embed="rId2"/>
          <a:srcRect l="0" t="0" r="0" b="0"/>
          <a:stretch>
            <a:fillRect/>
          </a:stretch>
        </p:blipFill>
        <p:spPr>
          <a:xfrm rot="0">
            <a:off x="-252412" y="-100012"/>
            <a:ext cx="1776412" cy="1630362"/>
          </a:xfrm>
          <a:prstGeom prst="rect"/>
          <a:noFill/>
          <a:ln>
            <a:noFill/>
          </a:ln>
        </p:spPr>
      </p:pic>
      <p:pic>
        <p:nvPicPr>
          <p:cNvPr id="2097178" name="Picture 2" descr="https://avatars.mds.yandex.net/i?id=0be05ec511f72b3bb0becd5d1c7606f7b63d7ed7-9227286-images-thumbs&amp;n=13"/>
          <p:cNvPicPr>
            <a:picLocks/>
          </p:cNvPicPr>
          <p:nvPr/>
        </p:nvPicPr>
        <p:blipFill>
          <a:blip xmlns:r="http://schemas.openxmlformats.org/officeDocument/2006/relationships" r:embed="rId3"/>
          <a:srcRect l="0" t="0" r="0" b="0"/>
          <a:stretch>
            <a:fillRect/>
          </a:stretch>
        </p:blipFill>
        <p:spPr>
          <a:xfrm rot="0">
            <a:off x="2843212" y="3141662"/>
            <a:ext cx="5121275" cy="2879725"/>
          </a:xfrm>
          <a:prstGeom prst="rect"/>
          <a:noFill/>
          <a:ln>
            <a:noFill/>
          </a:ln>
        </p:spPr>
      </p:pic>
    </p:spTree>
  </p:cSld>
  <p:clrMapOvr>
    <a:masterClrMapping/>
  </p:clrMapOvr>
  <p:timing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1">
  <p:cSld>
    <p:spTree>
      <p:nvGrpSpPr>
        <p:cNvPr id="48" name=""/>
        <p:cNvGrpSpPr/>
        <p:nvPr/>
      </p:nvGrpSpPr>
      <p:grpSpPr>
        <a:xfrm rot="0">
          <a:off x="0" y="0"/>
          <a:ext cx="0" cy="0"/>
          <a:chOff x="0" y="0"/>
          <a:chExt cx="0" cy="0"/>
        </a:xfrm>
      </p:grpSpPr>
      <p:sp>
        <p:nvSpPr>
          <p:cNvPr id="1048639" name="Rectangle 2"/>
          <p:cNvSpPr/>
          <p:nvPr>
            <p:ph type="ctrTitle" sz="full" idx="0"/>
          </p:nvPr>
        </p:nvSpPr>
        <p:spPr>
          <a:xfrm rot="0">
            <a:off x="1403350" y="404812"/>
            <a:ext cx="7740650" cy="1223962"/>
          </a:xfrm>
          <a:prstGeom prst="rect"/>
          <a:noFill/>
          <a:ln>
            <a:noFill/>
          </a:ln>
        </p:spPr>
        <p:txBody>
          <a:bodyPr anchor="ctr" bIns="45720" lIns="91440" rIns="91440" tIns="45720" vert="horz"/>
          <a:lstStyle>
            <a:lvl1pPr algn="ctr">
              <a:defRPr sz="4400"/>
            </a:lvl1pPr>
          </a:lstStyle>
          <a:p>
            <a:pPr eaLnBrk="1" hangingPunct="1" lvl="0"/>
            <a:r>
              <a:rPr altLang="ru-RU" b="1" sz="3600" lang="ru-RU">
                <a:solidFill>
                  <a:srgbClr val="FF0066"/>
                </a:solidFill>
              </a:rPr>
              <a:t>Технология создания сайта</a:t>
            </a:r>
          </a:p>
        </p:txBody>
      </p:sp>
      <p:pic>
        <p:nvPicPr>
          <p:cNvPr id="2097179" name="Picture 3" descr="Фон"/>
          <p:cNvPicPr>
            <a:picLocks/>
          </p:cNvPicPr>
          <p:nvPr/>
        </p:nvPicPr>
        <p:blipFill>
          <a:blip xmlns:r="http://schemas.openxmlformats.org/officeDocument/2006/relationships" r:embed="rId1"/>
          <a:srcRect l="0" t="0" r="0" b="0"/>
          <a:stretch>
            <a:fillRect/>
          </a:stretch>
        </p:blipFill>
        <p:spPr>
          <a:xfrm rot="0">
            <a:off x="0" y="0"/>
            <a:ext cx="1590675" cy="6858000"/>
          </a:xfrm>
          <a:prstGeom prst="rect"/>
          <a:noFill/>
          <a:ln>
            <a:noFill/>
          </a:ln>
        </p:spPr>
      </p:pic>
      <p:sp>
        <p:nvSpPr>
          <p:cNvPr id="1048640" name="Rectangle 4"/>
          <p:cNvSpPr/>
          <p:nvPr/>
        </p:nvSpPr>
        <p:spPr>
          <a:xfrm rot="0">
            <a:off x="0" y="0"/>
            <a:ext cx="73025" cy="227012"/>
          </a:xfrm>
          <a:prstGeom prst="rect"/>
          <a:noFill/>
          <a:ln>
            <a:noFill/>
          </a:ln>
        </p:spPr>
        <p:txBody>
          <a:bodyPr anchor="ctr" bIns="22218" lIns="17457" rIns="17457" tIns="22218" vert="horz" wrap="none">
            <a:spAutoFit/>
          </a:bodyPr>
          <a:lstStyle>
            <a:lvl1pPr algn="l" eaLnBrk="0" fontAlgn="base" hangingPunct="0" indent="-342900" latinLnBrk="0" marL="3429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baseline="0" b="0" sz="32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1pPr>
            <a:lvl2pPr algn="l" eaLnBrk="0" fontAlgn="base" hangingPunct="0" indent="-285750" latinLnBrk="0" marL="74295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–"/>
              <a:defRPr baseline="0" b="0" sz="2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2pPr>
            <a:lvl3pPr algn="l" eaLnBrk="0" fontAlgn="base" hangingPunct="0" indent="-228600" latinLnBrk="0" marL="11430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baseline="0" b="0" sz="24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3pPr>
            <a:lvl4pPr algn="l" eaLnBrk="0" fontAlgn="base" hangingPunct="0" indent="-228600" latinLnBrk="0" marL="16002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–"/>
              <a:defRPr baseline="0" b="0" sz="20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4pPr>
            <a:lvl5pPr algn="l" eaLnBrk="0" fontAlgn="base" hangingPunct="0" indent="-228600" latinLnBrk="0" marL="20574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»"/>
              <a:defRPr baseline="0" b="0" sz="20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5pPr>
          </a:lstStyle>
          <a:p>
            <a:pPr eaLnBrk="1" hangingPunct="1" indent="0" lvl="0" marL="0">
              <a:spcBef>
                <a:spcPct val="0"/>
              </a:spcBef>
              <a:buFontTx/>
              <a:buNone/>
            </a:pPr>
            <a:r>
              <a:rPr altLang="ru-RU" sz="1200" lang="ru-RU">
                <a:latin typeface="Times New Roman" pitchFamily="18" charset="0"/>
                <a:ea typeface="Times New Roman" pitchFamily="18" charset="0"/>
              </a:rPr>
              <a:t> </a:t>
            </a:r>
          </a:p>
        </p:txBody>
      </p:sp>
      <p:sp>
        <p:nvSpPr>
          <p:cNvPr id="1048641" name="Rectangle 5"/>
          <p:cNvSpPr/>
          <p:nvPr/>
        </p:nvSpPr>
        <p:spPr>
          <a:xfrm rot="0">
            <a:off x="0" y="227012"/>
            <a:ext cx="73025" cy="227012"/>
          </a:xfrm>
          <a:prstGeom prst="rect"/>
          <a:noFill/>
          <a:ln>
            <a:noFill/>
          </a:ln>
        </p:spPr>
        <p:txBody>
          <a:bodyPr anchor="ctr" bIns="22218" lIns="17457" rIns="17457" tIns="22218" vert="horz" wrap="none">
            <a:spAutoFit/>
          </a:bodyPr>
          <a:lstStyle>
            <a:lvl1pPr algn="l" eaLnBrk="0" fontAlgn="base" hangingPunct="0" indent="-342900" latinLnBrk="0" marL="3429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baseline="0" b="0" sz="32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1pPr>
            <a:lvl2pPr algn="l" eaLnBrk="0" fontAlgn="base" hangingPunct="0" indent="-285750" latinLnBrk="0" marL="74295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–"/>
              <a:defRPr baseline="0" b="0" sz="2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2pPr>
            <a:lvl3pPr algn="l" eaLnBrk="0" fontAlgn="base" hangingPunct="0" indent="-228600" latinLnBrk="0" marL="11430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baseline="0" b="0" sz="24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3pPr>
            <a:lvl4pPr algn="l" eaLnBrk="0" fontAlgn="base" hangingPunct="0" indent="-228600" latinLnBrk="0" marL="16002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–"/>
              <a:defRPr baseline="0" b="0" sz="20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4pPr>
            <a:lvl5pPr algn="l" eaLnBrk="0" fontAlgn="base" hangingPunct="0" indent="-228600" latinLnBrk="0" marL="20574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»"/>
              <a:defRPr baseline="0" b="0" sz="20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5pPr>
          </a:lstStyle>
          <a:p>
            <a:pPr eaLnBrk="1" hangingPunct="1" indent="0" lvl="0" marL="0">
              <a:spcBef>
                <a:spcPct val="0"/>
              </a:spcBef>
              <a:buFontTx/>
              <a:buNone/>
            </a:pPr>
            <a:r>
              <a:rPr altLang="ru-RU" sz="1200" lang="ru-RU">
                <a:latin typeface="Times New Roman" pitchFamily="18" charset="0"/>
                <a:ea typeface="Times New Roman" pitchFamily="18" charset="0"/>
              </a:rPr>
              <a:t> </a:t>
            </a:r>
          </a:p>
        </p:txBody>
      </p:sp>
      <p:sp>
        <p:nvSpPr>
          <p:cNvPr id="1048642" name="Rectangle 6"/>
          <p:cNvSpPr/>
          <p:nvPr/>
        </p:nvSpPr>
        <p:spPr>
          <a:xfrm rot="0">
            <a:off x="0" y="454025"/>
            <a:ext cx="222250" cy="274637"/>
          </a:xfrm>
          <a:prstGeom prst="rect"/>
          <a:noFill/>
          <a:ln>
            <a:noFill/>
          </a:ln>
        </p:spPr>
        <p:txBody>
          <a:bodyPr anchor="ctr" bIns="45720" lIns="91440" rIns="91440" tIns="45720" vert="horz" wrap="none">
            <a:spAutoFit/>
          </a:bodyPr>
          <a:lstStyle>
            <a:lvl1pPr algn="l" eaLnBrk="0" fontAlgn="base" hangingPunct="0" indent="-342900" latinLnBrk="0" marL="3429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baseline="0" b="0" sz="32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1pPr>
            <a:lvl2pPr algn="l" eaLnBrk="0" fontAlgn="base" hangingPunct="0" indent="-285750" latinLnBrk="0" marL="74295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–"/>
              <a:defRPr baseline="0" b="0" sz="2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2pPr>
            <a:lvl3pPr algn="l" eaLnBrk="0" fontAlgn="base" hangingPunct="0" indent="-228600" latinLnBrk="0" marL="11430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baseline="0" b="0" sz="24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3pPr>
            <a:lvl4pPr algn="l" eaLnBrk="0" fontAlgn="base" hangingPunct="0" indent="-228600" latinLnBrk="0" marL="16002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–"/>
              <a:defRPr baseline="0" b="0" sz="20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4pPr>
            <a:lvl5pPr algn="l" eaLnBrk="0" fontAlgn="base" hangingPunct="0" indent="-228600" latinLnBrk="0" marL="20574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»"/>
              <a:defRPr baseline="0" b="0" sz="20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5pPr>
          </a:lstStyle>
          <a:p>
            <a:pPr eaLnBrk="1" hangingPunct="1" indent="0" lvl="0" marL="0">
              <a:spcBef>
                <a:spcPct val="0"/>
              </a:spcBef>
              <a:buFontTx/>
              <a:buNone/>
            </a:pPr>
            <a:r>
              <a:rPr altLang="ru-RU" sz="1200" lang="ru-RU">
                <a:latin typeface="Times New Roman" pitchFamily="18" charset="0"/>
                <a:ea typeface="Times New Roman" pitchFamily="18" charset="0"/>
              </a:rPr>
              <a:t> </a:t>
            </a:r>
          </a:p>
        </p:txBody>
      </p:sp>
      <p:sp>
        <p:nvSpPr>
          <p:cNvPr id="1048643" name="Rectangle 7"/>
          <p:cNvSpPr/>
          <p:nvPr/>
        </p:nvSpPr>
        <p:spPr>
          <a:xfrm rot="0">
            <a:off x="0" y="0"/>
            <a:ext cx="73025" cy="227012"/>
          </a:xfrm>
          <a:prstGeom prst="rect"/>
          <a:noFill/>
          <a:ln>
            <a:noFill/>
          </a:ln>
        </p:spPr>
        <p:txBody>
          <a:bodyPr anchor="ctr" bIns="22218" lIns="17457" rIns="17457" tIns="22218" vert="horz" wrap="none">
            <a:spAutoFit/>
          </a:bodyPr>
          <a:lstStyle>
            <a:lvl1pPr algn="l" eaLnBrk="0" fontAlgn="base" hangingPunct="0" indent="-342900" latinLnBrk="0" marL="3429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baseline="0" b="0" sz="32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1pPr>
            <a:lvl2pPr algn="l" eaLnBrk="0" fontAlgn="base" hangingPunct="0" indent="-285750" latinLnBrk="0" marL="74295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–"/>
              <a:defRPr baseline="0" b="0" sz="2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2pPr>
            <a:lvl3pPr algn="l" eaLnBrk="0" fontAlgn="base" hangingPunct="0" indent="-228600" latinLnBrk="0" marL="11430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baseline="0" b="0" sz="24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3pPr>
            <a:lvl4pPr algn="l" eaLnBrk="0" fontAlgn="base" hangingPunct="0" indent="-228600" latinLnBrk="0" marL="16002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–"/>
              <a:defRPr baseline="0" b="0" sz="20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4pPr>
            <a:lvl5pPr algn="l" eaLnBrk="0" fontAlgn="base" hangingPunct="0" indent="-228600" latinLnBrk="0" marL="20574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»"/>
              <a:defRPr baseline="0" b="0" sz="20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5pPr>
          </a:lstStyle>
          <a:p>
            <a:pPr eaLnBrk="1" hangingPunct="1" indent="0" lvl="0" marL="0">
              <a:spcBef>
                <a:spcPct val="0"/>
              </a:spcBef>
              <a:buFontTx/>
              <a:buNone/>
            </a:pPr>
            <a:r>
              <a:rPr altLang="ru-RU" sz="1200" lang="ru-RU">
                <a:latin typeface="Times New Roman" pitchFamily="18" charset="0"/>
                <a:ea typeface="Times New Roman" pitchFamily="18" charset="0"/>
              </a:rPr>
              <a:t> </a:t>
            </a:r>
          </a:p>
        </p:txBody>
      </p:sp>
      <p:sp>
        <p:nvSpPr>
          <p:cNvPr id="1048644" name="Rectangle 8"/>
          <p:cNvSpPr/>
          <p:nvPr/>
        </p:nvSpPr>
        <p:spPr>
          <a:xfrm rot="0">
            <a:off x="0" y="227012"/>
            <a:ext cx="73025" cy="227012"/>
          </a:xfrm>
          <a:prstGeom prst="rect"/>
          <a:noFill/>
          <a:ln>
            <a:noFill/>
          </a:ln>
        </p:spPr>
        <p:txBody>
          <a:bodyPr anchor="ctr" bIns="22218" lIns="17457" rIns="17457" tIns="22218" vert="horz" wrap="none">
            <a:spAutoFit/>
          </a:bodyPr>
          <a:lstStyle>
            <a:lvl1pPr algn="l" eaLnBrk="0" fontAlgn="base" hangingPunct="0" indent="-342900" latinLnBrk="0" marL="3429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baseline="0" b="0" sz="32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1pPr>
            <a:lvl2pPr algn="l" eaLnBrk="0" fontAlgn="base" hangingPunct="0" indent="-285750" latinLnBrk="0" marL="74295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–"/>
              <a:defRPr baseline="0" b="0" sz="2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2pPr>
            <a:lvl3pPr algn="l" eaLnBrk="0" fontAlgn="base" hangingPunct="0" indent="-228600" latinLnBrk="0" marL="11430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baseline="0" b="0" sz="24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3pPr>
            <a:lvl4pPr algn="l" eaLnBrk="0" fontAlgn="base" hangingPunct="0" indent="-228600" latinLnBrk="0" marL="16002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–"/>
              <a:defRPr baseline="0" b="0" sz="20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4pPr>
            <a:lvl5pPr algn="l" eaLnBrk="0" fontAlgn="base" hangingPunct="0" indent="-228600" latinLnBrk="0" marL="20574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»"/>
              <a:defRPr baseline="0" b="0" sz="20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5pPr>
          </a:lstStyle>
          <a:p>
            <a:pPr eaLnBrk="1" hangingPunct="1" indent="0" lvl="0" marL="0">
              <a:spcBef>
                <a:spcPct val="0"/>
              </a:spcBef>
              <a:buFontTx/>
              <a:buNone/>
            </a:pPr>
            <a:r>
              <a:rPr altLang="ru-RU" sz="1200" lang="ru-RU">
                <a:latin typeface="Times New Roman" pitchFamily="18" charset="0"/>
                <a:ea typeface="Times New Roman" pitchFamily="18" charset="0"/>
              </a:rPr>
              <a:t> </a:t>
            </a:r>
          </a:p>
        </p:txBody>
      </p:sp>
      <p:sp>
        <p:nvSpPr>
          <p:cNvPr id="1048645" name="Rectangle 9"/>
          <p:cNvSpPr/>
          <p:nvPr/>
        </p:nvSpPr>
        <p:spPr>
          <a:xfrm rot="0">
            <a:off x="0" y="454025"/>
            <a:ext cx="222250" cy="274637"/>
          </a:xfrm>
          <a:prstGeom prst="rect"/>
          <a:noFill/>
          <a:ln>
            <a:noFill/>
          </a:ln>
        </p:spPr>
        <p:txBody>
          <a:bodyPr anchor="ctr" bIns="45720" lIns="91440" rIns="91440" tIns="45720" vert="horz" wrap="none">
            <a:spAutoFit/>
          </a:bodyPr>
          <a:lstStyle>
            <a:lvl1pPr algn="l" eaLnBrk="0" fontAlgn="base" hangingPunct="0" indent="-342900" latinLnBrk="0" marL="3429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baseline="0" b="0" sz="32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1pPr>
            <a:lvl2pPr algn="l" eaLnBrk="0" fontAlgn="base" hangingPunct="0" indent="-285750" latinLnBrk="0" marL="74295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–"/>
              <a:defRPr baseline="0" b="0" sz="2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2pPr>
            <a:lvl3pPr algn="l" eaLnBrk="0" fontAlgn="base" hangingPunct="0" indent="-228600" latinLnBrk="0" marL="11430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baseline="0" b="0" sz="24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3pPr>
            <a:lvl4pPr algn="l" eaLnBrk="0" fontAlgn="base" hangingPunct="0" indent="-228600" latinLnBrk="0" marL="16002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–"/>
              <a:defRPr baseline="0" b="0" sz="20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4pPr>
            <a:lvl5pPr algn="l" eaLnBrk="0" fontAlgn="base" hangingPunct="0" indent="-228600" latinLnBrk="0" marL="20574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»"/>
              <a:defRPr baseline="0" b="0" sz="20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5pPr>
          </a:lstStyle>
          <a:p>
            <a:pPr eaLnBrk="1" hangingPunct="1" indent="0" lvl="0" marL="0">
              <a:spcBef>
                <a:spcPct val="0"/>
              </a:spcBef>
              <a:buFontTx/>
              <a:buNone/>
            </a:pPr>
            <a:r>
              <a:rPr altLang="ru-RU" sz="1200" lang="ru-RU">
                <a:latin typeface="Times New Roman" pitchFamily="18" charset="0"/>
                <a:ea typeface="Times New Roman" pitchFamily="18" charset="0"/>
              </a:rPr>
              <a:t> </a:t>
            </a:r>
          </a:p>
        </p:txBody>
      </p:sp>
      <p:sp>
        <p:nvSpPr>
          <p:cNvPr id="1048646" name="Rectangle 10"/>
          <p:cNvSpPr/>
          <p:nvPr>
            <p:ph type="subTitle" sz="full" idx="1"/>
          </p:nvPr>
        </p:nvSpPr>
        <p:spPr>
          <a:xfrm rot="0">
            <a:off x="1763712" y="1628775"/>
            <a:ext cx="7129462" cy="4968875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lstStyle>
            <a:lvl1pPr algn="ctr" marL="0">
              <a:buFontTx/>
              <a:buNone/>
              <a:defRPr sz="3200">
                <a:solidFill>
                  <a:schemeClr val="dk1"/>
                </a:solidFill>
              </a:defRPr>
            </a:lvl1pPr>
            <a:lvl2pPr algn="ctr" marL="457200">
              <a:buFontTx/>
              <a:buNone/>
            </a:lvl2pPr>
            <a:lvl3pPr algn="ctr" marL="914400">
              <a:buFontTx/>
              <a:buNone/>
            </a:lvl3pPr>
            <a:lvl4pPr algn="ctr" marL="1371600">
              <a:buFontTx/>
              <a:buNone/>
            </a:lvl4pPr>
            <a:lvl5pPr algn="ctr" marL="1828800">
              <a:buFontTx/>
              <a:buNone/>
            </a:lvl5pPr>
          </a:lstStyle>
          <a:p>
            <a:pPr eaLnBrk="1" hangingPunct="1" indent="0" lvl="1" marL="187325"/>
            <a:r>
              <a:rPr altLang="ru-RU" b="1" sz="3600" lang="ru-RU">
                <a:solidFill>
                  <a:srgbClr val="3366CC"/>
                </a:solidFill>
              </a:rPr>
              <a:t>3. Создание макета сайта</a:t>
            </a:r>
          </a:p>
          <a:p>
            <a:pPr eaLnBrk="1" hangingPunct="1" indent="0" lvl="1" marL="187325"/>
            <a:r>
              <a:rPr altLang="ru-RU" b="1" sz="3600" lang="ru-RU">
                <a:solidFill>
                  <a:srgbClr val="3366CC"/>
                </a:solidFill>
              </a:rPr>
              <a:t>на бумаге</a:t>
            </a:r>
          </a:p>
          <a:p>
            <a:pPr algn="l" eaLnBrk="1" hangingPunct="1" indent="0" lvl="1" marL="187325"/>
            <a:endParaRPr altLang="ru-RU" b="1" sz="2400" lang="en-US">
              <a:solidFill>
                <a:srgbClr val="3366CC"/>
              </a:solidFill>
            </a:endParaRPr>
          </a:p>
          <a:p>
            <a:pPr algn="l" eaLnBrk="1" hangingPunct="1" indent="0" lvl="1" marL="187325"/>
            <a:r>
              <a:rPr altLang="ru-RU" b="1" sz="3600" lang="ru-RU">
                <a:solidFill>
                  <a:srgbClr val="3366CC"/>
                </a:solidFill>
              </a:rPr>
              <a:t>  </a:t>
            </a:r>
          </a:p>
        </p:txBody>
      </p:sp>
      <p:pic>
        <p:nvPicPr>
          <p:cNvPr id="2097180" name="Picture 11" descr="j0205582"/>
          <p:cNvPicPr>
            <a:picLocks/>
          </p:cNvPicPr>
          <p:nvPr/>
        </p:nvPicPr>
        <p:blipFill>
          <a:blip xmlns:r="http://schemas.openxmlformats.org/officeDocument/2006/relationships" r:embed="rId2"/>
          <a:srcRect l="0" t="0" r="0" b="0"/>
          <a:stretch>
            <a:fillRect/>
          </a:stretch>
        </p:blipFill>
        <p:spPr>
          <a:xfrm rot="0">
            <a:off x="-252412" y="-100012"/>
            <a:ext cx="1776412" cy="1630362"/>
          </a:xfrm>
          <a:prstGeom prst="rect"/>
          <a:noFill/>
          <a:ln>
            <a:noFill/>
          </a:ln>
        </p:spPr>
      </p:pic>
      <p:sp>
        <p:nvSpPr>
          <p:cNvPr id="1048647" name="Прямоугольник 12"/>
          <p:cNvSpPr/>
          <p:nvPr/>
        </p:nvSpPr>
        <p:spPr>
          <a:xfrm rot="0">
            <a:off x="2195512" y="3609975"/>
            <a:ext cx="6192837" cy="720725"/>
          </a:xfrm>
          <a:prstGeom prst="rect"/>
          <a:solidFill>
            <a:schemeClr val="accent1"/>
          </a:solidFill>
          <a:ln w="25400" cap="flat" cmpd="sng">
            <a:solidFill>
              <a:srgbClr val="89A4A7">
                <a:alpha val="100000"/>
              </a:srgbClr>
            </a:solidFill>
            <a:prstDash val="solid"/>
            <a:round/>
          </a:ln>
        </p:spPr>
        <p:txBody>
          <a:bodyPr anchor="ctr" bIns="45720" lIns="91440" rIns="91440" tIns="45720" vert="horz"/>
          <a:lstStyle>
            <a:lvl1pPr algn="l" eaLnBrk="0" fontAlgn="base" hangingPunct="0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1pPr>
            <a:lvl2pPr algn="l" eaLnBrk="0" fontAlgn="base" hangingPunct="0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2pPr>
            <a:lvl3pPr algn="l" eaLnBrk="0" fontAlgn="base" hangingPunct="0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3pPr>
            <a:lvl4pPr algn="l" eaLnBrk="0" fontAlgn="base" hangingPunct="0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4pPr>
            <a:lvl5pPr algn="l" eaLnBrk="0" fontAlgn="base" hangingPunct="0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5pPr>
          </a:lstStyle>
          <a:p>
            <a:pPr eaLnBrk="1" hangingPunct="1" lvl="0"/>
            <a:endParaRPr altLang="en-US" lang="ru-RU"/>
          </a:p>
        </p:txBody>
      </p:sp>
      <p:sp>
        <p:nvSpPr>
          <p:cNvPr id="1048648" name="Прямоугольник 2"/>
          <p:cNvSpPr/>
          <p:nvPr/>
        </p:nvSpPr>
        <p:spPr>
          <a:xfrm rot="0">
            <a:off x="2166937" y="4510087"/>
            <a:ext cx="6221412" cy="720725"/>
          </a:xfrm>
          <a:prstGeom prst="rect"/>
          <a:solidFill>
            <a:srgbClr val="9C9CDF"/>
          </a:solidFill>
          <a:ln w="25400" cap="flat" cmpd="sng">
            <a:solidFill>
              <a:srgbClr val="89A4A7">
                <a:alpha val="100000"/>
              </a:srgbClr>
            </a:solidFill>
            <a:prstDash val="solid"/>
            <a:round/>
          </a:ln>
        </p:spPr>
        <p:txBody>
          <a:bodyPr anchor="ctr" bIns="45720" lIns="91440" rIns="91440" tIns="45720" vert="horz"/>
          <a:lstStyle>
            <a:lvl1pPr algn="l" eaLnBrk="0" fontAlgn="base" hangingPunct="0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1pPr>
            <a:lvl2pPr algn="l" eaLnBrk="0" fontAlgn="base" hangingPunct="0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2pPr>
            <a:lvl3pPr algn="l" eaLnBrk="0" fontAlgn="base" hangingPunct="0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3pPr>
            <a:lvl4pPr algn="l" eaLnBrk="0" fontAlgn="base" hangingPunct="0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4pPr>
            <a:lvl5pPr algn="l" eaLnBrk="0" fontAlgn="base" hangingPunct="0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5pPr>
          </a:lstStyle>
          <a:p>
            <a:pPr eaLnBrk="1" hangingPunct="1" lvl="0"/>
            <a:endParaRPr altLang="en-US" lang="ru-RU"/>
          </a:p>
        </p:txBody>
      </p:sp>
      <p:sp>
        <p:nvSpPr>
          <p:cNvPr id="1048649" name="Прямоугольник 15"/>
          <p:cNvSpPr/>
          <p:nvPr/>
        </p:nvSpPr>
        <p:spPr>
          <a:xfrm rot="0">
            <a:off x="2195512" y="5338762"/>
            <a:ext cx="6192837" cy="719137"/>
          </a:xfrm>
          <a:prstGeom prst="rect"/>
          <a:solidFill>
            <a:srgbClr val="BADDE1"/>
          </a:solidFill>
          <a:ln w="25400" cap="flat" cmpd="sng">
            <a:solidFill>
              <a:srgbClr val="89A4A7">
                <a:alpha val="100000"/>
              </a:srgbClr>
            </a:solidFill>
            <a:prstDash val="solid"/>
            <a:round/>
          </a:ln>
        </p:spPr>
        <p:txBody>
          <a:bodyPr anchor="ctr" bIns="45720" lIns="91440" rIns="91440" tIns="45720" vert="horz"/>
          <a:lstStyle>
            <a:lvl1pPr algn="l" eaLnBrk="0" fontAlgn="base" hangingPunct="0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1pPr>
            <a:lvl2pPr algn="l" eaLnBrk="0" fontAlgn="base" hangingPunct="0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2pPr>
            <a:lvl3pPr algn="l" eaLnBrk="0" fontAlgn="base" hangingPunct="0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3pPr>
            <a:lvl4pPr algn="l" eaLnBrk="0" fontAlgn="base" hangingPunct="0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4pPr>
            <a:lvl5pPr algn="l" eaLnBrk="0" fontAlgn="base" hangingPunct="0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5pPr>
          </a:lstStyle>
          <a:p>
            <a:pPr eaLnBrk="1" hangingPunct="1" lvl="0"/>
            <a:endParaRPr altLang="en-US" lang="ru-RU"/>
          </a:p>
        </p:txBody>
      </p:sp>
      <p:sp>
        <p:nvSpPr>
          <p:cNvPr id="1048650" name="Прямоугольник 17"/>
          <p:cNvSpPr/>
          <p:nvPr/>
        </p:nvSpPr>
        <p:spPr>
          <a:xfrm rot="0">
            <a:off x="1619250" y="6165850"/>
            <a:ext cx="7345362" cy="358775"/>
          </a:xfrm>
          <a:prstGeom prst="rect"/>
          <a:solidFill>
            <a:srgbClr val="FF99CC"/>
          </a:solidFill>
          <a:ln w="25400" cap="flat" cmpd="sng">
            <a:solidFill>
              <a:srgbClr val="89A4A7">
                <a:alpha val="100000"/>
              </a:srgbClr>
            </a:solidFill>
            <a:prstDash val="solid"/>
            <a:round/>
          </a:ln>
        </p:spPr>
        <p:txBody>
          <a:bodyPr anchor="ctr" bIns="45720" lIns="91440" rIns="91440" tIns="45720" vert="horz"/>
          <a:lstStyle>
            <a:lvl1pPr algn="l" eaLnBrk="0" fontAlgn="base" hangingPunct="0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1pPr>
            <a:lvl2pPr algn="l" eaLnBrk="0" fontAlgn="base" hangingPunct="0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2pPr>
            <a:lvl3pPr algn="l" eaLnBrk="0" fontAlgn="base" hangingPunct="0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3pPr>
            <a:lvl4pPr algn="l" eaLnBrk="0" fontAlgn="base" hangingPunct="0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4pPr>
            <a:lvl5pPr algn="l" eaLnBrk="0" fontAlgn="base" hangingPunct="0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5pPr>
          </a:lstStyle>
          <a:p>
            <a:pPr algn="ctr" eaLnBrk="1" hangingPunct="1" lvl="0"/>
            <a:r>
              <a:rPr altLang="en-US" lang="ru-RU"/>
              <a:t>Нижняя часть сайта</a:t>
            </a:r>
          </a:p>
        </p:txBody>
      </p:sp>
      <p:sp>
        <p:nvSpPr>
          <p:cNvPr id="1048651" name="Прямоугольник 19"/>
          <p:cNvSpPr/>
          <p:nvPr/>
        </p:nvSpPr>
        <p:spPr>
          <a:xfrm rot="0">
            <a:off x="1619250" y="2997200"/>
            <a:ext cx="7345362" cy="431800"/>
          </a:xfrm>
          <a:prstGeom prst="rect"/>
          <a:solidFill>
            <a:srgbClr val="FF99CC"/>
          </a:solidFill>
          <a:ln w="25400" cap="flat" cmpd="sng">
            <a:solidFill>
              <a:srgbClr val="89A4A7">
                <a:alpha val="100000"/>
              </a:srgbClr>
            </a:solidFill>
            <a:prstDash val="solid"/>
            <a:round/>
          </a:ln>
        </p:spPr>
        <p:txBody>
          <a:bodyPr anchor="ctr" bIns="45720" lIns="91440" rIns="91440" tIns="45720" vert="horz"/>
          <a:lstStyle>
            <a:lvl1pPr algn="l" eaLnBrk="0" fontAlgn="base" hangingPunct="0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1pPr>
            <a:lvl2pPr algn="l" eaLnBrk="0" fontAlgn="base" hangingPunct="0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2pPr>
            <a:lvl3pPr algn="l" eaLnBrk="0" fontAlgn="base" hangingPunct="0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3pPr>
            <a:lvl4pPr algn="l" eaLnBrk="0" fontAlgn="base" hangingPunct="0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4pPr>
            <a:lvl5pPr algn="l" eaLnBrk="0" fontAlgn="base" hangingPunct="0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5pPr>
          </a:lstStyle>
          <a:p>
            <a:pPr algn="ctr" eaLnBrk="1" hangingPunct="1" lvl="0"/>
            <a:r>
              <a:rPr altLang="en-US" lang="ru-RU"/>
              <a:t>Верхняя часть сайта</a:t>
            </a:r>
          </a:p>
        </p:txBody>
      </p:sp>
      <p:cxnSp>
        <p:nvCxnSpPr>
          <p:cNvPr id="3145728" name="Прямая соединительная линия 4"/>
          <p:cNvCxnSpPr>
            <a:cxnSpLocks/>
          </p:cNvCxnSpPr>
          <p:nvPr/>
        </p:nvCxnSpPr>
        <p:spPr>
          <a:xfrm rot="0">
            <a:off x="3779837" y="4005262"/>
            <a:ext cx="3024187" cy="0"/>
          </a:xfrm>
          <a:prstGeom prst="line"/>
          <a:noFill/>
          <a:ln w="38100" cap="flat" cmpd="sng">
            <a:solidFill>
              <a:srgbClr val="B6DCDF">
                <a:alpha val="100000"/>
              </a:srgbClr>
            </a:solidFill>
            <a:prstDash val="solid"/>
            <a:round/>
          </a:ln>
        </p:spPr>
      </p:cxnSp>
      <p:cxnSp>
        <p:nvCxnSpPr>
          <p:cNvPr id="3145729" name="Прямая соединительная линия 23"/>
          <p:cNvCxnSpPr>
            <a:cxnSpLocks/>
          </p:cNvCxnSpPr>
          <p:nvPr/>
        </p:nvCxnSpPr>
        <p:spPr>
          <a:xfrm rot="0">
            <a:off x="3779837" y="4221162"/>
            <a:ext cx="3024187" cy="0"/>
          </a:xfrm>
          <a:prstGeom prst="line"/>
          <a:noFill/>
          <a:ln w="38100" cap="flat" cmpd="sng">
            <a:solidFill>
              <a:srgbClr val="B6DCDF">
                <a:alpha val="100000"/>
              </a:srgbClr>
            </a:solidFill>
            <a:prstDash val="solid"/>
            <a:round/>
          </a:ln>
        </p:spPr>
      </p:cxnSp>
      <p:cxnSp>
        <p:nvCxnSpPr>
          <p:cNvPr id="3145730" name="Прямая соединительная линия 24"/>
          <p:cNvCxnSpPr>
            <a:cxnSpLocks/>
          </p:cNvCxnSpPr>
          <p:nvPr/>
        </p:nvCxnSpPr>
        <p:spPr>
          <a:xfrm rot="0">
            <a:off x="3779837" y="3789362"/>
            <a:ext cx="3095625" cy="0"/>
          </a:xfrm>
          <a:prstGeom prst="line"/>
          <a:noFill/>
          <a:ln w="38100" cap="flat" cmpd="sng">
            <a:solidFill>
              <a:srgbClr val="B6DCDF">
                <a:alpha val="100000"/>
              </a:srgbClr>
            </a:solidFill>
            <a:prstDash val="solid"/>
            <a:round/>
          </a:ln>
        </p:spPr>
      </p:cxnSp>
      <p:cxnSp>
        <p:nvCxnSpPr>
          <p:cNvPr id="3145731" name="Прямая соединительная линия 41"/>
          <p:cNvCxnSpPr>
            <a:cxnSpLocks/>
          </p:cNvCxnSpPr>
          <p:nvPr/>
        </p:nvCxnSpPr>
        <p:spPr>
          <a:xfrm rot="0">
            <a:off x="3779837" y="4437062"/>
            <a:ext cx="3024187" cy="0"/>
          </a:xfrm>
          <a:prstGeom prst="line"/>
          <a:noFill/>
          <a:ln w="38100" cap="flat" cmpd="sng">
            <a:solidFill>
              <a:srgbClr val="B6DCDF">
                <a:alpha val="100000"/>
              </a:srgbClr>
            </a:solidFill>
            <a:prstDash val="solid"/>
            <a:round/>
          </a:ln>
        </p:spPr>
      </p:cxnSp>
      <p:cxnSp>
        <p:nvCxnSpPr>
          <p:cNvPr id="3145732" name="Прямая соединительная линия 42"/>
          <p:cNvCxnSpPr>
            <a:cxnSpLocks/>
          </p:cNvCxnSpPr>
          <p:nvPr/>
        </p:nvCxnSpPr>
        <p:spPr>
          <a:xfrm rot="0">
            <a:off x="3779837" y="4652962"/>
            <a:ext cx="3024187" cy="0"/>
          </a:xfrm>
          <a:prstGeom prst="line"/>
          <a:noFill/>
          <a:ln w="38100" cap="flat" cmpd="sng">
            <a:solidFill>
              <a:srgbClr val="B6DCDF">
                <a:alpha val="100000"/>
              </a:srgbClr>
            </a:solidFill>
            <a:prstDash val="solid"/>
            <a:round/>
          </a:ln>
        </p:spPr>
      </p:cxnSp>
      <p:cxnSp>
        <p:nvCxnSpPr>
          <p:cNvPr id="3145733" name="Прямая соединительная линия 43"/>
          <p:cNvCxnSpPr>
            <a:cxnSpLocks/>
          </p:cNvCxnSpPr>
          <p:nvPr/>
        </p:nvCxnSpPr>
        <p:spPr>
          <a:xfrm rot="0">
            <a:off x="3779837" y="4868862"/>
            <a:ext cx="3024187" cy="0"/>
          </a:xfrm>
          <a:prstGeom prst="line"/>
          <a:noFill/>
          <a:ln w="38100" cap="flat" cmpd="sng">
            <a:solidFill>
              <a:srgbClr val="B6DCDF">
                <a:alpha val="100000"/>
              </a:srgbClr>
            </a:solidFill>
            <a:prstDash val="solid"/>
            <a:round/>
          </a:ln>
        </p:spPr>
      </p:cxnSp>
      <p:cxnSp>
        <p:nvCxnSpPr>
          <p:cNvPr id="3145734" name="Прямая соединительная линия 47"/>
          <p:cNvCxnSpPr>
            <a:cxnSpLocks/>
          </p:cNvCxnSpPr>
          <p:nvPr/>
        </p:nvCxnSpPr>
        <p:spPr>
          <a:xfrm rot="0">
            <a:off x="4667250" y="5516562"/>
            <a:ext cx="1441450" cy="0"/>
          </a:xfrm>
          <a:prstGeom prst="line"/>
          <a:noFill/>
          <a:ln w="38100" cap="flat" cmpd="sng">
            <a:solidFill>
              <a:schemeClr val="dk1">
                <a:alpha val="100000"/>
              </a:schemeClr>
            </a:solidFill>
            <a:prstDash val="solid"/>
            <a:round/>
          </a:ln>
        </p:spPr>
      </p:cxnSp>
      <p:cxnSp>
        <p:nvCxnSpPr>
          <p:cNvPr id="3145735" name="Прямая соединительная линия 48"/>
          <p:cNvCxnSpPr>
            <a:cxnSpLocks/>
          </p:cNvCxnSpPr>
          <p:nvPr/>
        </p:nvCxnSpPr>
        <p:spPr>
          <a:xfrm rot="0">
            <a:off x="4667250" y="5732462"/>
            <a:ext cx="1441450" cy="0"/>
          </a:xfrm>
          <a:prstGeom prst="line"/>
          <a:noFill/>
          <a:ln w="38100" cap="flat" cmpd="sng">
            <a:solidFill>
              <a:schemeClr val="dk1">
                <a:alpha val="100000"/>
              </a:schemeClr>
            </a:solidFill>
            <a:prstDash val="solid"/>
            <a:round/>
          </a:ln>
        </p:spPr>
      </p:cxnSp>
      <p:cxnSp>
        <p:nvCxnSpPr>
          <p:cNvPr id="3145736" name="Прямая соединительная линия 51"/>
          <p:cNvCxnSpPr>
            <a:cxnSpLocks/>
          </p:cNvCxnSpPr>
          <p:nvPr/>
        </p:nvCxnSpPr>
        <p:spPr>
          <a:xfrm rot="0">
            <a:off x="4572000" y="4005262"/>
            <a:ext cx="1441450" cy="0"/>
          </a:xfrm>
          <a:prstGeom prst="line"/>
          <a:noFill/>
          <a:ln w="38100" cap="flat" cmpd="sng">
            <a:solidFill>
              <a:schemeClr val="dk1">
                <a:alpha val="100000"/>
              </a:schemeClr>
            </a:solidFill>
            <a:prstDash val="solid"/>
            <a:round/>
          </a:ln>
        </p:spPr>
      </p:cxnSp>
      <p:cxnSp>
        <p:nvCxnSpPr>
          <p:cNvPr id="3145737" name="Прямая соединительная линия 52"/>
          <p:cNvCxnSpPr>
            <a:cxnSpLocks/>
          </p:cNvCxnSpPr>
          <p:nvPr/>
        </p:nvCxnSpPr>
        <p:spPr>
          <a:xfrm rot="0">
            <a:off x="4572000" y="3743325"/>
            <a:ext cx="1441450" cy="0"/>
          </a:xfrm>
          <a:prstGeom prst="line"/>
          <a:noFill/>
          <a:ln w="38100" cap="flat" cmpd="sng">
            <a:solidFill>
              <a:schemeClr val="dk1">
                <a:alpha val="100000"/>
              </a:schemeClr>
            </a:solidFill>
            <a:prstDash val="solid"/>
            <a:round/>
          </a:ln>
        </p:spPr>
      </p:cxnSp>
    </p:spTree>
  </p:cSld>
  <p:clrMapOvr>
    <a:masterClrMapping/>
  </p:clrMapOvr>
  <p:timing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1">
  <p:cSld>
    <p:spTree>
      <p:nvGrpSpPr>
        <p:cNvPr id="49" name=""/>
        <p:cNvGrpSpPr/>
        <p:nvPr/>
      </p:nvGrpSpPr>
      <p:grpSpPr>
        <a:xfrm rot="0">
          <a:off x="0" y="0"/>
          <a:ext cx="0" cy="0"/>
          <a:chOff x="0" y="0"/>
          <a:chExt cx="0" cy="0"/>
        </a:xfrm>
      </p:grpSpPr>
      <p:sp>
        <p:nvSpPr>
          <p:cNvPr id="1048652" name="Rectangle 2"/>
          <p:cNvSpPr/>
          <p:nvPr>
            <p:ph type="ctrTitle" sz="full" idx="0"/>
          </p:nvPr>
        </p:nvSpPr>
        <p:spPr>
          <a:xfrm rot="0">
            <a:off x="1403350" y="404812"/>
            <a:ext cx="7740650" cy="1223962"/>
          </a:xfrm>
          <a:prstGeom prst="rect"/>
          <a:noFill/>
          <a:ln>
            <a:noFill/>
          </a:ln>
        </p:spPr>
        <p:txBody>
          <a:bodyPr anchor="ctr" bIns="45720" lIns="91440" rIns="91440" tIns="45720" vert="horz"/>
          <a:lstStyle>
            <a:lvl1pPr algn="ctr">
              <a:defRPr sz="4400"/>
            </a:lvl1pPr>
          </a:lstStyle>
          <a:p>
            <a:pPr eaLnBrk="1" hangingPunct="1" lvl="0"/>
            <a:r>
              <a:rPr altLang="ru-RU" b="1" sz="3600" lang="ru-RU">
                <a:solidFill>
                  <a:srgbClr val="FF0066"/>
                </a:solidFill>
              </a:rPr>
              <a:t>Технология создания сайта</a:t>
            </a:r>
          </a:p>
        </p:txBody>
      </p:sp>
      <p:pic>
        <p:nvPicPr>
          <p:cNvPr id="2097181" name="Picture 3" descr="Фон"/>
          <p:cNvPicPr>
            <a:picLocks/>
          </p:cNvPicPr>
          <p:nvPr/>
        </p:nvPicPr>
        <p:blipFill>
          <a:blip xmlns:r="http://schemas.openxmlformats.org/officeDocument/2006/relationships" r:embed="rId1"/>
          <a:srcRect l="0" t="0" r="0" b="0"/>
          <a:stretch>
            <a:fillRect/>
          </a:stretch>
        </p:blipFill>
        <p:spPr>
          <a:xfrm rot="0">
            <a:off x="0" y="0"/>
            <a:ext cx="1590675" cy="6858000"/>
          </a:xfrm>
          <a:prstGeom prst="rect"/>
          <a:noFill/>
          <a:ln>
            <a:noFill/>
          </a:ln>
        </p:spPr>
      </p:pic>
      <p:sp>
        <p:nvSpPr>
          <p:cNvPr id="1048653" name="Rectangle 4"/>
          <p:cNvSpPr/>
          <p:nvPr/>
        </p:nvSpPr>
        <p:spPr>
          <a:xfrm rot="0">
            <a:off x="0" y="0"/>
            <a:ext cx="73025" cy="227012"/>
          </a:xfrm>
          <a:prstGeom prst="rect"/>
          <a:noFill/>
          <a:ln>
            <a:noFill/>
          </a:ln>
        </p:spPr>
        <p:txBody>
          <a:bodyPr anchor="ctr" bIns="22218" lIns="17457" rIns="17457" tIns="22218" vert="horz" wrap="none">
            <a:spAutoFit/>
          </a:bodyPr>
          <a:lstStyle>
            <a:lvl1pPr algn="l" eaLnBrk="0" fontAlgn="base" hangingPunct="0" indent="-342900" latinLnBrk="0" marL="3429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baseline="0" b="0" sz="32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1pPr>
            <a:lvl2pPr algn="l" eaLnBrk="0" fontAlgn="base" hangingPunct="0" indent="-285750" latinLnBrk="0" marL="74295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–"/>
              <a:defRPr baseline="0" b="0" sz="2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2pPr>
            <a:lvl3pPr algn="l" eaLnBrk="0" fontAlgn="base" hangingPunct="0" indent="-228600" latinLnBrk="0" marL="11430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baseline="0" b="0" sz="24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3pPr>
            <a:lvl4pPr algn="l" eaLnBrk="0" fontAlgn="base" hangingPunct="0" indent="-228600" latinLnBrk="0" marL="16002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–"/>
              <a:defRPr baseline="0" b="0" sz="20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4pPr>
            <a:lvl5pPr algn="l" eaLnBrk="0" fontAlgn="base" hangingPunct="0" indent="-228600" latinLnBrk="0" marL="20574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»"/>
              <a:defRPr baseline="0" b="0" sz="20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5pPr>
          </a:lstStyle>
          <a:p>
            <a:pPr eaLnBrk="1" hangingPunct="1" indent="0" lvl="0" marL="0">
              <a:spcBef>
                <a:spcPct val="0"/>
              </a:spcBef>
              <a:buFontTx/>
              <a:buNone/>
            </a:pPr>
            <a:r>
              <a:rPr altLang="ru-RU" sz="1200" lang="ru-RU">
                <a:latin typeface="Times New Roman" pitchFamily="18" charset="0"/>
                <a:ea typeface="Times New Roman" pitchFamily="18" charset="0"/>
              </a:rPr>
              <a:t> </a:t>
            </a:r>
          </a:p>
        </p:txBody>
      </p:sp>
      <p:sp>
        <p:nvSpPr>
          <p:cNvPr id="1048654" name="Rectangle 5"/>
          <p:cNvSpPr/>
          <p:nvPr/>
        </p:nvSpPr>
        <p:spPr>
          <a:xfrm rot="0">
            <a:off x="0" y="227012"/>
            <a:ext cx="73025" cy="227012"/>
          </a:xfrm>
          <a:prstGeom prst="rect"/>
          <a:noFill/>
          <a:ln>
            <a:noFill/>
          </a:ln>
        </p:spPr>
        <p:txBody>
          <a:bodyPr anchor="ctr" bIns="22218" lIns="17457" rIns="17457" tIns="22218" vert="horz" wrap="none">
            <a:spAutoFit/>
          </a:bodyPr>
          <a:lstStyle>
            <a:lvl1pPr algn="l" eaLnBrk="0" fontAlgn="base" hangingPunct="0" indent="-342900" latinLnBrk="0" marL="3429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baseline="0" b="0" sz="32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1pPr>
            <a:lvl2pPr algn="l" eaLnBrk="0" fontAlgn="base" hangingPunct="0" indent="-285750" latinLnBrk="0" marL="74295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–"/>
              <a:defRPr baseline="0" b="0" sz="2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2pPr>
            <a:lvl3pPr algn="l" eaLnBrk="0" fontAlgn="base" hangingPunct="0" indent="-228600" latinLnBrk="0" marL="11430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baseline="0" b="0" sz="24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3pPr>
            <a:lvl4pPr algn="l" eaLnBrk="0" fontAlgn="base" hangingPunct="0" indent="-228600" latinLnBrk="0" marL="16002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–"/>
              <a:defRPr baseline="0" b="0" sz="20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4pPr>
            <a:lvl5pPr algn="l" eaLnBrk="0" fontAlgn="base" hangingPunct="0" indent="-228600" latinLnBrk="0" marL="20574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»"/>
              <a:defRPr baseline="0" b="0" sz="20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5pPr>
          </a:lstStyle>
          <a:p>
            <a:pPr eaLnBrk="1" hangingPunct="1" indent="0" lvl="0" marL="0">
              <a:spcBef>
                <a:spcPct val="0"/>
              </a:spcBef>
              <a:buFontTx/>
              <a:buNone/>
            </a:pPr>
            <a:r>
              <a:rPr altLang="ru-RU" sz="1200" lang="ru-RU">
                <a:latin typeface="Times New Roman" pitchFamily="18" charset="0"/>
                <a:ea typeface="Times New Roman" pitchFamily="18" charset="0"/>
              </a:rPr>
              <a:t> </a:t>
            </a:r>
          </a:p>
        </p:txBody>
      </p:sp>
      <p:sp>
        <p:nvSpPr>
          <p:cNvPr id="1048655" name="Rectangle 6"/>
          <p:cNvSpPr/>
          <p:nvPr/>
        </p:nvSpPr>
        <p:spPr>
          <a:xfrm rot="0">
            <a:off x="0" y="454025"/>
            <a:ext cx="222250" cy="274637"/>
          </a:xfrm>
          <a:prstGeom prst="rect"/>
          <a:noFill/>
          <a:ln>
            <a:noFill/>
          </a:ln>
        </p:spPr>
        <p:txBody>
          <a:bodyPr anchor="ctr" bIns="45720" lIns="91440" rIns="91440" tIns="45720" vert="horz" wrap="none">
            <a:spAutoFit/>
          </a:bodyPr>
          <a:lstStyle>
            <a:lvl1pPr algn="l" eaLnBrk="0" fontAlgn="base" hangingPunct="0" indent="-342900" latinLnBrk="0" marL="3429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baseline="0" b="0" sz="32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1pPr>
            <a:lvl2pPr algn="l" eaLnBrk="0" fontAlgn="base" hangingPunct="0" indent="-285750" latinLnBrk="0" marL="74295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–"/>
              <a:defRPr baseline="0" b="0" sz="2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2pPr>
            <a:lvl3pPr algn="l" eaLnBrk="0" fontAlgn="base" hangingPunct="0" indent="-228600" latinLnBrk="0" marL="11430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baseline="0" b="0" sz="24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3pPr>
            <a:lvl4pPr algn="l" eaLnBrk="0" fontAlgn="base" hangingPunct="0" indent="-228600" latinLnBrk="0" marL="16002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–"/>
              <a:defRPr baseline="0" b="0" sz="20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4pPr>
            <a:lvl5pPr algn="l" eaLnBrk="0" fontAlgn="base" hangingPunct="0" indent="-228600" latinLnBrk="0" marL="20574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»"/>
              <a:defRPr baseline="0" b="0" sz="20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5pPr>
          </a:lstStyle>
          <a:p>
            <a:pPr eaLnBrk="1" hangingPunct="1" indent="0" lvl="0" marL="0">
              <a:spcBef>
                <a:spcPct val="0"/>
              </a:spcBef>
              <a:buFontTx/>
              <a:buNone/>
            </a:pPr>
            <a:r>
              <a:rPr altLang="ru-RU" sz="1200" lang="ru-RU">
                <a:latin typeface="Times New Roman" pitchFamily="18" charset="0"/>
                <a:ea typeface="Times New Roman" pitchFamily="18" charset="0"/>
              </a:rPr>
              <a:t> </a:t>
            </a:r>
          </a:p>
        </p:txBody>
      </p:sp>
      <p:sp>
        <p:nvSpPr>
          <p:cNvPr id="1048656" name="Rectangle 7"/>
          <p:cNvSpPr/>
          <p:nvPr/>
        </p:nvSpPr>
        <p:spPr>
          <a:xfrm rot="0">
            <a:off x="0" y="0"/>
            <a:ext cx="73025" cy="227012"/>
          </a:xfrm>
          <a:prstGeom prst="rect"/>
          <a:noFill/>
          <a:ln>
            <a:noFill/>
          </a:ln>
        </p:spPr>
        <p:txBody>
          <a:bodyPr anchor="ctr" bIns="22218" lIns="17457" rIns="17457" tIns="22218" vert="horz" wrap="none">
            <a:spAutoFit/>
          </a:bodyPr>
          <a:lstStyle>
            <a:lvl1pPr algn="l" eaLnBrk="0" fontAlgn="base" hangingPunct="0" indent="-342900" latinLnBrk="0" marL="3429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baseline="0" b="0" sz="32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1pPr>
            <a:lvl2pPr algn="l" eaLnBrk="0" fontAlgn="base" hangingPunct="0" indent="-285750" latinLnBrk="0" marL="74295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–"/>
              <a:defRPr baseline="0" b="0" sz="2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2pPr>
            <a:lvl3pPr algn="l" eaLnBrk="0" fontAlgn="base" hangingPunct="0" indent="-228600" latinLnBrk="0" marL="11430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baseline="0" b="0" sz="24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3pPr>
            <a:lvl4pPr algn="l" eaLnBrk="0" fontAlgn="base" hangingPunct="0" indent="-228600" latinLnBrk="0" marL="16002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–"/>
              <a:defRPr baseline="0" b="0" sz="20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4pPr>
            <a:lvl5pPr algn="l" eaLnBrk="0" fontAlgn="base" hangingPunct="0" indent="-228600" latinLnBrk="0" marL="20574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»"/>
              <a:defRPr baseline="0" b="0" sz="20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5pPr>
          </a:lstStyle>
          <a:p>
            <a:pPr eaLnBrk="1" hangingPunct="1" indent="0" lvl="0" marL="0">
              <a:spcBef>
                <a:spcPct val="0"/>
              </a:spcBef>
              <a:buFontTx/>
              <a:buNone/>
            </a:pPr>
            <a:r>
              <a:rPr altLang="ru-RU" sz="1200" lang="ru-RU">
                <a:latin typeface="Times New Roman" pitchFamily="18" charset="0"/>
                <a:ea typeface="Times New Roman" pitchFamily="18" charset="0"/>
              </a:rPr>
              <a:t> </a:t>
            </a:r>
          </a:p>
        </p:txBody>
      </p:sp>
      <p:sp>
        <p:nvSpPr>
          <p:cNvPr id="1048657" name="Rectangle 8"/>
          <p:cNvSpPr/>
          <p:nvPr/>
        </p:nvSpPr>
        <p:spPr>
          <a:xfrm rot="0">
            <a:off x="0" y="227012"/>
            <a:ext cx="73025" cy="227012"/>
          </a:xfrm>
          <a:prstGeom prst="rect"/>
          <a:noFill/>
          <a:ln>
            <a:noFill/>
          </a:ln>
        </p:spPr>
        <p:txBody>
          <a:bodyPr anchor="ctr" bIns="22218" lIns="17457" rIns="17457" tIns="22218" vert="horz" wrap="none">
            <a:spAutoFit/>
          </a:bodyPr>
          <a:lstStyle>
            <a:lvl1pPr algn="l" eaLnBrk="0" fontAlgn="base" hangingPunct="0" indent="-342900" latinLnBrk="0" marL="3429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baseline="0" b="0" sz="32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1pPr>
            <a:lvl2pPr algn="l" eaLnBrk="0" fontAlgn="base" hangingPunct="0" indent="-285750" latinLnBrk="0" marL="74295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–"/>
              <a:defRPr baseline="0" b="0" sz="2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2pPr>
            <a:lvl3pPr algn="l" eaLnBrk="0" fontAlgn="base" hangingPunct="0" indent="-228600" latinLnBrk="0" marL="11430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baseline="0" b="0" sz="24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3pPr>
            <a:lvl4pPr algn="l" eaLnBrk="0" fontAlgn="base" hangingPunct="0" indent="-228600" latinLnBrk="0" marL="16002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–"/>
              <a:defRPr baseline="0" b="0" sz="20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4pPr>
            <a:lvl5pPr algn="l" eaLnBrk="0" fontAlgn="base" hangingPunct="0" indent="-228600" latinLnBrk="0" marL="20574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»"/>
              <a:defRPr baseline="0" b="0" sz="20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5pPr>
          </a:lstStyle>
          <a:p>
            <a:pPr eaLnBrk="1" hangingPunct="1" indent="0" lvl="0" marL="0">
              <a:spcBef>
                <a:spcPct val="0"/>
              </a:spcBef>
              <a:buFontTx/>
              <a:buNone/>
            </a:pPr>
            <a:r>
              <a:rPr altLang="ru-RU" sz="1200" lang="ru-RU">
                <a:latin typeface="Times New Roman" pitchFamily="18" charset="0"/>
                <a:ea typeface="Times New Roman" pitchFamily="18" charset="0"/>
              </a:rPr>
              <a:t> </a:t>
            </a:r>
          </a:p>
        </p:txBody>
      </p:sp>
      <p:sp>
        <p:nvSpPr>
          <p:cNvPr id="1048658" name="Rectangle 9"/>
          <p:cNvSpPr/>
          <p:nvPr/>
        </p:nvSpPr>
        <p:spPr>
          <a:xfrm rot="0">
            <a:off x="0" y="454025"/>
            <a:ext cx="222250" cy="274637"/>
          </a:xfrm>
          <a:prstGeom prst="rect"/>
          <a:noFill/>
          <a:ln>
            <a:noFill/>
          </a:ln>
        </p:spPr>
        <p:txBody>
          <a:bodyPr anchor="ctr" bIns="45720" lIns="91440" rIns="91440" tIns="45720" vert="horz" wrap="none">
            <a:spAutoFit/>
          </a:bodyPr>
          <a:lstStyle>
            <a:lvl1pPr algn="l" eaLnBrk="0" fontAlgn="base" hangingPunct="0" indent="-342900" latinLnBrk="0" marL="3429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baseline="0" b="0" sz="32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1pPr>
            <a:lvl2pPr algn="l" eaLnBrk="0" fontAlgn="base" hangingPunct="0" indent="-285750" latinLnBrk="0" marL="74295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–"/>
              <a:defRPr baseline="0" b="0" sz="2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2pPr>
            <a:lvl3pPr algn="l" eaLnBrk="0" fontAlgn="base" hangingPunct="0" indent="-228600" latinLnBrk="0" marL="11430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baseline="0" b="0" sz="24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3pPr>
            <a:lvl4pPr algn="l" eaLnBrk="0" fontAlgn="base" hangingPunct="0" indent="-228600" latinLnBrk="0" marL="16002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–"/>
              <a:defRPr baseline="0" b="0" sz="20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4pPr>
            <a:lvl5pPr algn="l" eaLnBrk="0" fontAlgn="base" hangingPunct="0" indent="-228600" latinLnBrk="0" marL="20574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»"/>
              <a:defRPr baseline="0" b="0" sz="20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5pPr>
          </a:lstStyle>
          <a:p>
            <a:pPr eaLnBrk="1" hangingPunct="1" indent="0" lvl="0" marL="0">
              <a:spcBef>
                <a:spcPct val="0"/>
              </a:spcBef>
              <a:buFontTx/>
              <a:buNone/>
            </a:pPr>
            <a:r>
              <a:rPr altLang="ru-RU" sz="1200" lang="ru-RU">
                <a:latin typeface="Times New Roman" pitchFamily="18" charset="0"/>
                <a:ea typeface="Times New Roman" pitchFamily="18" charset="0"/>
              </a:rPr>
              <a:t> </a:t>
            </a:r>
          </a:p>
        </p:txBody>
      </p:sp>
      <p:sp>
        <p:nvSpPr>
          <p:cNvPr id="1048659" name="Rectangle 10"/>
          <p:cNvSpPr/>
          <p:nvPr>
            <p:ph type="subTitle" sz="full" idx="1"/>
          </p:nvPr>
        </p:nvSpPr>
        <p:spPr>
          <a:xfrm rot="0">
            <a:off x="1763712" y="1530350"/>
            <a:ext cx="7129462" cy="5067300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lstStyle>
            <a:lvl1pPr algn="ctr" marL="0">
              <a:buFontTx/>
              <a:buNone/>
              <a:defRPr sz="3200">
                <a:solidFill>
                  <a:schemeClr val="dk1"/>
                </a:solidFill>
              </a:defRPr>
            </a:lvl1pPr>
            <a:lvl2pPr algn="ctr" marL="457200">
              <a:buFontTx/>
              <a:buNone/>
            </a:lvl2pPr>
            <a:lvl3pPr algn="ctr" marL="914400">
              <a:buFontTx/>
              <a:buNone/>
            </a:lvl3pPr>
            <a:lvl4pPr algn="ctr" marL="1371600">
              <a:buFontTx/>
              <a:buNone/>
            </a:lvl4pPr>
            <a:lvl5pPr algn="ctr" marL="1828800">
              <a:buFontTx/>
              <a:buNone/>
            </a:lvl5pPr>
          </a:lstStyle>
          <a:p>
            <a:pPr algn="l" eaLnBrk="1" hangingPunct="1" indent="-447675" lvl="1" marL="635000"/>
            <a:endParaRPr altLang="en-US" sz="800" lang="ru-RU"/>
          </a:p>
          <a:p>
            <a:pPr eaLnBrk="1" hangingPunct="1" indent="-447675" lvl="1" marL="635000"/>
            <a:r>
              <a:rPr altLang="en-US" b="1" sz="3600" lang="ru-RU">
                <a:solidFill>
                  <a:srgbClr val="3366CC"/>
                </a:solidFill>
              </a:rPr>
              <a:t>4. Переносите сайт в Интернет</a:t>
            </a:r>
          </a:p>
          <a:p>
            <a:pPr algn="l" eaLnBrk="1" hangingPunct="1" indent="-447675" lvl="1" marL="635000"/>
            <a:endParaRPr altLang="en-US" b="1" sz="1800" lang="ru-RU">
              <a:solidFill>
                <a:schemeClr val="hlink"/>
              </a:solidFill>
            </a:endParaRPr>
          </a:p>
          <a:p>
            <a:pPr algn="l" eaLnBrk="1" hangingPunct="1" indent="-447675" lvl="1" marL="635000"/>
            <a:r>
              <a:rPr altLang="en-US" b="1" sz="3600" lang="ru-RU">
                <a:solidFill>
                  <a:srgbClr val="3366CC"/>
                </a:solidFill>
              </a:rPr>
              <a:t>  </a:t>
            </a:r>
          </a:p>
        </p:txBody>
      </p:sp>
      <p:pic>
        <p:nvPicPr>
          <p:cNvPr id="2097182" name="Picture 11" descr="j0205582"/>
          <p:cNvPicPr>
            <a:picLocks/>
          </p:cNvPicPr>
          <p:nvPr/>
        </p:nvPicPr>
        <p:blipFill>
          <a:blip xmlns:r="http://schemas.openxmlformats.org/officeDocument/2006/relationships" r:embed="rId2"/>
          <a:srcRect l="0" t="0" r="0" b="0"/>
          <a:stretch>
            <a:fillRect/>
          </a:stretch>
        </p:blipFill>
        <p:spPr>
          <a:xfrm rot="0">
            <a:off x="-252412" y="-100012"/>
            <a:ext cx="1776412" cy="1630362"/>
          </a:xfrm>
          <a:prstGeom prst="rect"/>
          <a:noFill/>
          <a:ln>
            <a:noFill/>
          </a:ln>
        </p:spPr>
      </p:pic>
      <p:pic>
        <p:nvPicPr>
          <p:cNvPr id="2097183" name="Picture 13" descr="https://avatars.mds.yandex.net/i?id=6017b5d88dc74ce170c9ee8f767c98d87c65efbc-5859721-images-thumbs&amp;n=13"/>
          <p:cNvPicPr>
            <a:picLocks/>
          </p:cNvPicPr>
          <p:nvPr/>
        </p:nvPicPr>
        <p:blipFill>
          <a:blip xmlns:r="http://schemas.openxmlformats.org/officeDocument/2006/relationships" r:embed="rId3"/>
          <a:srcRect l="0" t="0" r="0" b="0"/>
          <a:stretch>
            <a:fillRect/>
          </a:stretch>
        </p:blipFill>
        <p:spPr>
          <a:xfrm rot="0">
            <a:off x="3090862" y="3402012"/>
            <a:ext cx="4552950" cy="3048000"/>
          </a:xfrm>
          <a:prstGeom prst="rect"/>
          <a:noFill/>
          <a:ln>
            <a:noFill/>
          </a:ln>
        </p:spPr>
      </p:pic>
    </p:spTree>
  </p:cSld>
  <p:clrMapOvr>
    <a:masterClrMapping/>
  </p:clrMapOvr>
  <p:timing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1">
  <p:cSld>
    <p:spTree>
      <p:nvGrpSpPr>
        <p:cNvPr id="50" name=""/>
        <p:cNvGrpSpPr/>
        <p:nvPr/>
      </p:nvGrpSpPr>
      <p:grpSpPr>
        <a:xfrm rot="0">
          <a:off x="0" y="0"/>
          <a:ext cx="0" cy="0"/>
          <a:chOff x="0" y="0"/>
          <a:chExt cx="0" cy="0"/>
        </a:xfrm>
      </p:grpSpPr>
      <p:sp>
        <p:nvSpPr>
          <p:cNvPr id="1048660" name="Rectangle 2"/>
          <p:cNvSpPr/>
          <p:nvPr>
            <p:ph type="ctrTitle" sz="full" idx="0"/>
          </p:nvPr>
        </p:nvSpPr>
        <p:spPr>
          <a:xfrm rot="0">
            <a:off x="1458912" y="103187"/>
            <a:ext cx="7740650" cy="1223962"/>
          </a:xfrm>
          <a:prstGeom prst="rect"/>
          <a:noFill/>
          <a:ln>
            <a:noFill/>
          </a:ln>
        </p:spPr>
        <p:txBody>
          <a:bodyPr anchor="ctr" bIns="45720" lIns="91440" rIns="91440" tIns="45720" vert="horz"/>
          <a:lstStyle>
            <a:lvl1pPr algn="ctr">
              <a:defRPr sz="4400"/>
            </a:lvl1pPr>
          </a:lstStyle>
          <a:p>
            <a:pPr eaLnBrk="1" hangingPunct="1" lvl="0"/>
            <a:r>
              <a:rPr altLang="ru-RU" b="1" sz="3600" lang="ru-RU">
                <a:solidFill>
                  <a:srgbClr val="FF0066"/>
                </a:solidFill>
              </a:rPr>
              <a:t>Технология создания сайта</a:t>
            </a:r>
          </a:p>
        </p:txBody>
      </p:sp>
      <p:pic>
        <p:nvPicPr>
          <p:cNvPr id="2097184" name="Picture 3" descr="Фон"/>
          <p:cNvPicPr>
            <a:picLocks/>
          </p:cNvPicPr>
          <p:nvPr/>
        </p:nvPicPr>
        <p:blipFill>
          <a:blip xmlns:r="http://schemas.openxmlformats.org/officeDocument/2006/relationships" r:embed="rId1"/>
          <a:srcRect l="0" t="0" r="0" b="0"/>
          <a:stretch>
            <a:fillRect/>
          </a:stretch>
        </p:blipFill>
        <p:spPr>
          <a:xfrm rot="0">
            <a:off x="0" y="0"/>
            <a:ext cx="1590675" cy="6858000"/>
          </a:xfrm>
          <a:prstGeom prst="rect"/>
          <a:noFill/>
          <a:ln>
            <a:noFill/>
          </a:ln>
        </p:spPr>
      </p:pic>
      <p:sp>
        <p:nvSpPr>
          <p:cNvPr id="1048661" name="Rectangle 4"/>
          <p:cNvSpPr/>
          <p:nvPr/>
        </p:nvSpPr>
        <p:spPr>
          <a:xfrm rot="0">
            <a:off x="0" y="0"/>
            <a:ext cx="73025" cy="227012"/>
          </a:xfrm>
          <a:prstGeom prst="rect"/>
          <a:noFill/>
          <a:ln>
            <a:noFill/>
          </a:ln>
        </p:spPr>
        <p:txBody>
          <a:bodyPr anchor="ctr" bIns="22218" lIns="17457" rIns="17457" tIns="22218" vert="horz" wrap="none">
            <a:spAutoFit/>
          </a:bodyPr>
          <a:lstStyle>
            <a:lvl1pPr algn="l" eaLnBrk="0" fontAlgn="base" hangingPunct="0" indent="-342900" latinLnBrk="0" marL="3429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baseline="0" b="0" sz="32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1pPr>
            <a:lvl2pPr algn="l" eaLnBrk="0" fontAlgn="base" hangingPunct="0" indent="-285750" latinLnBrk="0" marL="74295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–"/>
              <a:defRPr baseline="0" b="0" sz="2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2pPr>
            <a:lvl3pPr algn="l" eaLnBrk="0" fontAlgn="base" hangingPunct="0" indent="-228600" latinLnBrk="0" marL="11430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baseline="0" b="0" sz="24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3pPr>
            <a:lvl4pPr algn="l" eaLnBrk="0" fontAlgn="base" hangingPunct="0" indent="-228600" latinLnBrk="0" marL="16002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–"/>
              <a:defRPr baseline="0" b="0" sz="20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4pPr>
            <a:lvl5pPr algn="l" eaLnBrk="0" fontAlgn="base" hangingPunct="0" indent="-228600" latinLnBrk="0" marL="20574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»"/>
              <a:defRPr baseline="0" b="0" sz="20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5pPr>
          </a:lstStyle>
          <a:p>
            <a:pPr eaLnBrk="1" hangingPunct="1" indent="0" lvl="0" marL="0">
              <a:spcBef>
                <a:spcPct val="0"/>
              </a:spcBef>
              <a:buFontTx/>
              <a:buNone/>
            </a:pPr>
            <a:r>
              <a:rPr altLang="ru-RU" sz="1200" lang="ru-RU">
                <a:latin typeface="Times New Roman" pitchFamily="18" charset="0"/>
                <a:ea typeface="Times New Roman" pitchFamily="18" charset="0"/>
              </a:rPr>
              <a:t> </a:t>
            </a:r>
          </a:p>
        </p:txBody>
      </p:sp>
      <p:sp>
        <p:nvSpPr>
          <p:cNvPr id="1048662" name="Rectangle 5"/>
          <p:cNvSpPr/>
          <p:nvPr/>
        </p:nvSpPr>
        <p:spPr>
          <a:xfrm rot="0">
            <a:off x="0" y="227012"/>
            <a:ext cx="73025" cy="227012"/>
          </a:xfrm>
          <a:prstGeom prst="rect"/>
          <a:noFill/>
          <a:ln>
            <a:noFill/>
          </a:ln>
        </p:spPr>
        <p:txBody>
          <a:bodyPr anchor="ctr" bIns="22218" lIns="17457" rIns="17457" tIns="22218" vert="horz" wrap="none">
            <a:spAutoFit/>
          </a:bodyPr>
          <a:lstStyle>
            <a:lvl1pPr algn="l" eaLnBrk="0" fontAlgn="base" hangingPunct="0" indent="-342900" latinLnBrk="0" marL="3429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baseline="0" b="0" sz="32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1pPr>
            <a:lvl2pPr algn="l" eaLnBrk="0" fontAlgn="base" hangingPunct="0" indent="-285750" latinLnBrk="0" marL="74295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–"/>
              <a:defRPr baseline="0" b="0" sz="2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2pPr>
            <a:lvl3pPr algn="l" eaLnBrk="0" fontAlgn="base" hangingPunct="0" indent="-228600" latinLnBrk="0" marL="11430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baseline="0" b="0" sz="24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3pPr>
            <a:lvl4pPr algn="l" eaLnBrk="0" fontAlgn="base" hangingPunct="0" indent="-228600" latinLnBrk="0" marL="16002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–"/>
              <a:defRPr baseline="0" b="0" sz="20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4pPr>
            <a:lvl5pPr algn="l" eaLnBrk="0" fontAlgn="base" hangingPunct="0" indent="-228600" latinLnBrk="0" marL="20574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»"/>
              <a:defRPr baseline="0" b="0" sz="20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5pPr>
          </a:lstStyle>
          <a:p>
            <a:pPr eaLnBrk="1" hangingPunct="1" indent="0" lvl="0" marL="0">
              <a:spcBef>
                <a:spcPct val="0"/>
              </a:spcBef>
              <a:buFontTx/>
              <a:buNone/>
            </a:pPr>
            <a:r>
              <a:rPr altLang="ru-RU" sz="1200" lang="ru-RU">
                <a:latin typeface="Times New Roman" pitchFamily="18" charset="0"/>
                <a:ea typeface="Times New Roman" pitchFamily="18" charset="0"/>
              </a:rPr>
              <a:t> </a:t>
            </a:r>
          </a:p>
        </p:txBody>
      </p:sp>
      <p:sp>
        <p:nvSpPr>
          <p:cNvPr id="1048663" name="Rectangle 6"/>
          <p:cNvSpPr/>
          <p:nvPr/>
        </p:nvSpPr>
        <p:spPr>
          <a:xfrm rot="0">
            <a:off x="0" y="454025"/>
            <a:ext cx="222250" cy="274637"/>
          </a:xfrm>
          <a:prstGeom prst="rect"/>
          <a:noFill/>
          <a:ln>
            <a:noFill/>
          </a:ln>
        </p:spPr>
        <p:txBody>
          <a:bodyPr anchor="ctr" bIns="45720" lIns="91440" rIns="91440" tIns="45720" vert="horz" wrap="none">
            <a:spAutoFit/>
          </a:bodyPr>
          <a:lstStyle>
            <a:lvl1pPr algn="l" eaLnBrk="0" fontAlgn="base" hangingPunct="0" indent="-342900" latinLnBrk="0" marL="3429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baseline="0" b="0" sz="32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1pPr>
            <a:lvl2pPr algn="l" eaLnBrk="0" fontAlgn="base" hangingPunct="0" indent="-285750" latinLnBrk="0" marL="74295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–"/>
              <a:defRPr baseline="0" b="0" sz="2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2pPr>
            <a:lvl3pPr algn="l" eaLnBrk="0" fontAlgn="base" hangingPunct="0" indent="-228600" latinLnBrk="0" marL="11430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baseline="0" b="0" sz="24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3pPr>
            <a:lvl4pPr algn="l" eaLnBrk="0" fontAlgn="base" hangingPunct="0" indent="-228600" latinLnBrk="0" marL="16002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–"/>
              <a:defRPr baseline="0" b="0" sz="20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4pPr>
            <a:lvl5pPr algn="l" eaLnBrk="0" fontAlgn="base" hangingPunct="0" indent="-228600" latinLnBrk="0" marL="20574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»"/>
              <a:defRPr baseline="0" b="0" sz="20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5pPr>
          </a:lstStyle>
          <a:p>
            <a:pPr eaLnBrk="1" hangingPunct="1" indent="0" lvl="0" marL="0">
              <a:spcBef>
                <a:spcPct val="0"/>
              </a:spcBef>
              <a:buFontTx/>
              <a:buNone/>
            </a:pPr>
            <a:r>
              <a:rPr altLang="ru-RU" sz="1200" lang="ru-RU">
                <a:latin typeface="Times New Roman" pitchFamily="18" charset="0"/>
                <a:ea typeface="Times New Roman" pitchFamily="18" charset="0"/>
              </a:rPr>
              <a:t> </a:t>
            </a:r>
          </a:p>
        </p:txBody>
      </p:sp>
      <p:sp>
        <p:nvSpPr>
          <p:cNvPr id="1048664" name="Rectangle 7"/>
          <p:cNvSpPr/>
          <p:nvPr/>
        </p:nvSpPr>
        <p:spPr>
          <a:xfrm rot="0">
            <a:off x="0" y="0"/>
            <a:ext cx="73025" cy="227012"/>
          </a:xfrm>
          <a:prstGeom prst="rect"/>
          <a:noFill/>
          <a:ln>
            <a:noFill/>
          </a:ln>
        </p:spPr>
        <p:txBody>
          <a:bodyPr anchor="ctr" bIns="22218" lIns="17457" rIns="17457" tIns="22218" vert="horz" wrap="none">
            <a:spAutoFit/>
          </a:bodyPr>
          <a:lstStyle>
            <a:lvl1pPr algn="l" eaLnBrk="0" fontAlgn="base" hangingPunct="0" indent="-342900" latinLnBrk="0" marL="3429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baseline="0" b="0" sz="32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1pPr>
            <a:lvl2pPr algn="l" eaLnBrk="0" fontAlgn="base" hangingPunct="0" indent="-285750" latinLnBrk="0" marL="74295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–"/>
              <a:defRPr baseline="0" b="0" sz="2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2pPr>
            <a:lvl3pPr algn="l" eaLnBrk="0" fontAlgn="base" hangingPunct="0" indent="-228600" latinLnBrk="0" marL="11430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baseline="0" b="0" sz="24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3pPr>
            <a:lvl4pPr algn="l" eaLnBrk="0" fontAlgn="base" hangingPunct="0" indent="-228600" latinLnBrk="0" marL="16002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–"/>
              <a:defRPr baseline="0" b="0" sz="20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4pPr>
            <a:lvl5pPr algn="l" eaLnBrk="0" fontAlgn="base" hangingPunct="0" indent="-228600" latinLnBrk="0" marL="20574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»"/>
              <a:defRPr baseline="0" b="0" sz="20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5pPr>
          </a:lstStyle>
          <a:p>
            <a:pPr eaLnBrk="1" hangingPunct="1" indent="0" lvl="0" marL="0">
              <a:spcBef>
                <a:spcPct val="0"/>
              </a:spcBef>
              <a:buFontTx/>
              <a:buNone/>
            </a:pPr>
            <a:r>
              <a:rPr altLang="ru-RU" sz="1200" lang="ru-RU">
                <a:latin typeface="Times New Roman" pitchFamily="18" charset="0"/>
                <a:ea typeface="Times New Roman" pitchFamily="18" charset="0"/>
              </a:rPr>
              <a:t> </a:t>
            </a:r>
          </a:p>
        </p:txBody>
      </p:sp>
      <p:sp>
        <p:nvSpPr>
          <p:cNvPr id="1048665" name="Rectangle 8"/>
          <p:cNvSpPr/>
          <p:nvPr/>
        </p:nvSpPr>
        <p:spPr>
          <a:xfrm rot="0">
            <a:off x="0" y="227012"/>
            <a:ext cx="73025" cy="227012"/>
          </a:xfrm>
          <a:prstGeom prst="rect"/>
          <a:noFill/>
          <a:ln>
            <a:noFill/>
          </a:ln>
        </p:spPr>
        <p:txBody>
          <a:bodyPr anchor="ctr" bIns="22218" lIns="17457" rIns="17457" tIns="22218" vert="horz" wrap="none">
            <a:spAutoFit/>
          </a:bodyPr>
          <a:lstStyle>
            <a:lvl1pPr algn="l" eaLnBrk="0" fontAlgn="base" hangingPunct="0" indent="-342900" latinLnBrk="0" marL="3429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baseline="0" b="0" sz="32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1pPr>
            <a:lvl2pPr algn="l" eaLnBrk="0" fontAlgn="base" hangingPunct="0" indent="-285750" latinLnBrk="0" marL="74295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–"/>
              <a:defRPr baseline="0" b="0" sz="2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2pPr>
            <a:lvl3pPr algn="l" eaLnBrk="0" fontAlgn="base" hangingPunct="0" indent="-228600" latinLnBrk="0" marL="11430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baseline="0" b="0" sz="24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3pPr>
            <a:lvl4pPr algn="l" eaLnBrk="0" fontAlgn="base" hangingPunct="0" indent="-228600" latinLnBrk="0" marL="16002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–"/>
              <a:defRPr baseline="0" b="0" sz="20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4pPr>
            <a:lvl5pPr algn="l" eaLnBrk="0" fontAlgn="base" hangingPunct="0" indent="-228600" latinLnBrk="0" marL="20574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»"/>
              <a:defRPr baseline="0" b="0" sz="20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5pPr>
          </a:lstStyle>
          <a:p>
            <a:pPr eaLnBrk="1" hangingPunct="1" indent="0" lvl="0" marL="0">
              <a:spcBef>
                <a:spcPct val="0"/>
              </a:spcBef>
              <a:buFontTx/>
              <a:buNone/>
            </a:pPr>
            <a:r>
              <a:rPr altLang="ru-RU" sz="1200" lang="ru-RU">
                <a:latin typeface="Times New Roman" pitchFamily="18" charset="0"/>
                <a:ea typeface="Times New Roman" pitchFamily="18" charset="0"/>
              </a:rPr>
              <a:t> </a:t>
            </a:r>
          </a:p>
        </p:txBody>
      </p:sp>
      <p:sp>
        <p:nvSpPr>
          <p:cNvPr id="1048666" name="Rectangle 9"/>
          <p:cNvSpPr/>
          <p:nvPr/>
        </p:nvSpPr>
        <p:spPr>
          <a:xfrm rot="0">
            <a:off x="0" y="454025"/>
            <a:ext cx="222250" cy="274637"/>
          </a:xfrm>
          <a:prstGeom prst="rect"/>
          <a:noFill/>
          <a:ln>
            <a:noFill/>
          </a:ln>
        </p:spPr>
        <p:txBody>
          <a:bodyPr anchor="ctr" bIns="45720" lIns="91440" rIns="91440" tIns="45720" vert="horz" wrap="none">
            <a:spAutoFit/>
          </a:bodyPr>
          <a:lstStyle>
            <a:lvl1pPr algn="l" eaLnBrk="0" fontAlgn="base" hangingPunct="0" indent="-342900" latinLnBrk="0" marL="3429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baseline="0" b="0" sz="32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1pPr>
            <a:lvl2pPr algn="l" eaLnBrk="0" fontAlgn="base" hangingPunct="0" indent="-285750" latinLnBrk="0" marL="74295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–"/>
              <a:defRPr baseline="0" b="0" sz="2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2pPr>
            <a:lvl3pPr algn="l" eaLnBrk="0" fontAlgn="base" hangingPunct="0" indent="-228600" latinLnBrk="0" marL="11430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baseline="0" b="0" sz="24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3pPr>
            <a:lvl4pPr algn="l" eaLnBrk="0" fontAlgn="base" hangingPunct="0" indent="-228600" latinLnBrk="0" marL="16002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–"/>
              <a:defRPr baseline="0" b="0" sz="20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4pPr>
            <a:lvl5pPr algn="l" eaLnBrk="0" fontAlgn="base" hangingPunct="0" indent="-228600" latinLnBrk="0" marL="20574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»"/>
              <a:defRPr baseline="0" b="0" sz="20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5pPr>
          </a:lstStyle>
          <a:p>
            <a:pPr eaLnBrk="1" hangingPunct="1" indent="0" lvl="0" marL="0">
              <a:spcBef>
                <a:spcPct val="0"/>
              </a:spcBef>
              <a:buFontTx/>
              <a:buNone/>
            </a:pPr>
            <a:r>
              <a:rPr altLang="ru-RU" sz="1200" lang="ru-RU">
                <a:latin typeface="Times New Roman" pitchFamily="18" charset="0"/>
                <a:ea typeface="Times New Roman" pitchFamily="18" charset="0"/>
              </a:rPr>
              <a:t> </a:t>
            </a:r>
          </a:p>
        </p:txBody>
      </p:sp>
      <p:sp>
        <p:nvSpPr>
          <p:cNvPr id="1048667" name="Rectangle 10"/>
          <p:cNvSpPr/>
          <p:nvPr>
            <p:ph type="subTitle" sz="full" idx="1"/>
          </p:nvPr>
        </p:nvSpPr>
        <p:spPr>
          <a:xfrm rot="0">
            <a:off x="1760537" y="1196975"/>
            <a:ext cx="7129462" cy="5067300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lstStyle>
            <a:lvl1pPr algn="ctr" marL="0">
              <a:buFontTx/>
              <a:buNone/>
              <a:defRPr sz="3200">
                <a:solidFill>
                  <a:schemeClr val="dk1"/>
                </a:solidFill>
              </a:defRPr>
            </a:lvl1pPr>
            <a:lvl2pPr algn="ctr" marL="457200">
              <a:buFontTx/>
              <a:buNone/>
            </a:lvl2pPr>
            <a:lvl3pPr algn="ctr" marL="914400">
              <a:buFontTx/>
              <a:buNone/>
            </a:lvl3pPr>
            <a:lvl4pPr algn="ctr" marL="1371600">
              <a:buFontTx/>
              <a:buNone/>
            </a:lvl4pPr>
            <a:lvl5pPr algn="ctr" marL="1828800">
              <a:buFontTx/>
              <a:buNone/>
            </a:lvl5pPr>
          </a:lstStyle>
          <a:p>
            <a:pPr algn="l" eaLnBrk="1" hangingPunct="1" indent="-447675" lvl="1" marL="635000"/>
            <a:endParaRPr altLang="en-US" sz="800" lang="ru-RU"/>
          </a:p>
          <a:p>
            <a:pPr eaLnBrk="1" hangingPunct="1" indent="-447675" lvl="1" marL="635000"/>
            <a:r>
              <a:rPr altLang="en-US" b="1" sz="3600" lang="ru-RU">
                <a:solidFill>
                  <a:srgbClr val="3366CC"/>
                </a:solidFill>
              </a:rPr>
              <a:t>5. Заполнение сайта контентом</a:t>
            </a:r>
          </a:p>
          <a:p>
            <a:pPr algn="l" eaLnBrk="1" hangingPunct="1" indent="-447675" lvl="1" marL="635000"/>
            <a:endParaRPr altLang="en-US" b="1" sz="1200" lang="ru-RU">
              <a:solidFill>
                <a:schemeClr val="hlink"/>
              </a:solidFill>
            </a:endParaRPr>
          </a:p>
          <a:p>
            <a:pPr algn="l" eaLnBrk="1" hangingPunct="1" indent="-447675" lvl="1" marL="635000"/>
            <a:endParaRPr altLang="en-US" b="1" lang="ru-RU">
              <a:solidFill>
                <a:srgbClr val="3366CC"/>
              </a:solidFill>
            </a:endParaRPr>
          </a:p>
          <a:p>
            <a:pPr algn="l" eaLnBrk="1" hangingPunct="1" indent="-447675" lvl="1" marL="635000"/>
            <a:r>
              <a:rPr altLang="en-US" lang="en-US"/>
              <a:t> </a:t>
            </a:r>
          </a:p>
          <a:p>
            <a:pPr algn="l" eaLnBrk="1" hangingPunct="1" indent="-447675" lvl="1" marL="635000"/>
            <a:r>
              <a:rPr altLang="en-US" b="1" sz="3600" lang="ru-RU">
                <a:solidFill>
                  <a:srgbClr val="3366CC"/>
                </a:solidFill>
              </a:rPr>
              <a:t>  </a:t>
            </a:r>
          </a:p>
        </p:txBody>
      </p:sp>
      <p:pic>
        <p:nvPicPr>
          <p:cNvPr id="2097185" name="Picture 11" descr="j0205582"/>
          <p:cNvPicPr>
            <a:picLocks/>
          </p:cNvPicPr>
          <p:nvPr/>
        </p:nvPicPr>
        <p:blipFill>
          <a:blip xmlns:r="http://schemas.openxmlformats.org/officeDocument/2006/relationships" r:embed="rId2"/>
          <a:srcRect l="0" t="0" r="0" b="0"/>
          <a:stretch>
            <a:fillRect/>
          </a:stretch>
        </p:blipFill>
        <p:spPr>
          <a:xfrm rot="0">
            <a:off x="-252412" y="-100012"/>
            <a:ext cx="1776412" cy="1630362"/>
          </a:xfrm>
          <a:prstGeom prst="rect"/>
          <a:noFill/>
          <a:ln>
            <a:noFill/>
          </a:ln>
        </p:spPr>
      </p:pic>
      <p:pic>
        <p:nvPicPr>
          <p:cNvPr id="2097186" name="Picture 13" descr="https://avatars.mds.yandex.net/i?id=755660b77f3f33cf61f4a5ea3d08f5048e7adc4f09825906-5501647-images-thumbs&amp;n=13"/>
          <p:cNvPicPr>
            <a:picLocks/>
          </p:cNvPicPr>
          <p:nvPr/>
        </p:nvPicPr>
        <p:blipFill>
          <a:blip xmlns:r="http://schemas.openxmlformats.org/officeDocument/2006/relationships" r:embed="rId3"/>
          <a:srcRect l="0" t="0" r="0" b="0"/>
          <a:stretch>
            <a:fillRect/>
          </a:stretch>
        </p:blipFill>
        <p:spPr>
          <a:xfrm rot="0">
            <a:off x="2874962" y="3213100"/>
            <a:ext cx="5040312" cy="2835275"/>
          </a:xfrm>
          <a:prstGeom prst="rect"/>
          <a:noFill/>
          <a:ln>
            <a:noFill/>
          </a:ln>
        </p:spPr>
      </p:pic>
    </p:spTree>
  </p:cSld>
  <p:clrMapOvr>
    <a:masterClrMapping/>
  </p:clrMapOvr>
  <p:timing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1">
  <p:cSld>
    <p:spTree>
      <p:nvGrpSpPr>
        <p:cNvPr id="51" name=""/>
        <p:cNvGrpSpPr/>
        <p:nvPr/>
      </p:nvGrpSpPr>
      <p:grpSpPr>
        <a:xfrm rot="0">
          <a:off x="0" y="0"/>
          <a:ext cx="0" cy="0"/>
          <a:chOff x="0" y="0"/>
          <a:chExt cx="0" cy="0"/>
        </a:xfrm>
      </p:grpSpPr>
      <p:sp>
        <p:nvSpPr>
          <p:cNvPr id="1048668" name="Rectangle 3"/>
          <p:cNvSpPr/>
          <p:nvPr>
            <p:ph type="subTitle" sz="full" idx="1"/>
          </p:nvPr>
        </p:nvSpPr>
        <p:spPr>
          <a:xfrm rot="0">
            <a:off x="1744662" y="2205037"/>
            <a:ext cx="7372350" cy="1752600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lstStyle>
            <a:lvl1pPr algn="ctr" marL="0">
              <a:buFontTx/>
              <a:buNone/>
              <a:defRPr sz="3200">
                <a:solidFill>
                  <a:schemeClr val="dk1"/>
                </a:solidFill>
              </a:defRPr>
            </a:lvl1pPr>
            <a:lvl2pPr algn="ctr" marL="457200">
              <a:buFontTx/>
              <a:buNone/>
            </a:lvl2pPr>
            <a:lvl3pPr algn="ctr" marL="914400">
              <a:buFontTx/>
              <a:buNone/>
            </a:lvl3pPr>
            <a:lvl4pPr algn="ctr" marL="1371600">
              <a:buFontTx/>
              <a:buNone/>
            </a:lvl4pPr>
            <a:lvl5pPr algn="ctr" marL="1828800">
              <a:buFontTx/>
              <a:buNone/>
            </a:lvl5pPr>
          </a:lstStyle>
          <a:p>
            <a:pPr algn="r" eaLnBrk="1" hangingPunct="1" lvl="0"/>
            <a:endParaRPr altLang="ru-RU" sz="2200" lang="ru-RU">
              <a:solidFill>
                <a:schemeClr val="hlink"/>
              </a:solidFill>
            </a:endParaRPr>
          </a:p>
          <a:p>
            <a:pPr eaLnBrk="1" hangingPunct="1" lvl="0"/>
            <a:r>
              <a:rPr altLang="ru-RU" b="1" sz="4800" lang="ru-RU">
                <a:solidFill>
                  <a:schemeClr val="hlink"/>
                </a:solidFill>
              </a:rPr>
              <a:t>ТРЕБОВАНИЯ  </a:t>
            </a:r>
          </a:p>
          <a:p>
            <a:pPr eaLnBrk="1" hangingPunct="1" lvl="0"/>
            <a:r>
              <a:rPr altLang="ru-RU" b="1" sz="4800" lang="ru-RU">
                <a:solidFill>
                  <a:schemeClr val="hlink"/>
                </a:solidFill>
              </a:rPr>
              <a:t>К САЙТАМ </a:t>
            </a:r>
          </a:p>
        </p:txBody>
      </p:sp>
      <p:pic>
        <p:nvPicPr>
          <p:cNvPr id="2097187" name="Picture 4" descr="Фон"/>
          <p:cNvPicPr>
            <a:picLocks/>
          </p:cNvPicPr>
          <p:nvPr/>
        </p:nvPicPr>
        <p:blipFill>
          <a:blip xmlns:r="http://schemas.openxmlformats.org/officeDocument/2006/relationships" r:embed="rId1"/>
          <a:srcRect l="0" t="0" r="0" b="0"/>
          <a:stretch>
            <a:fillRect/>
          </a:stretch>
        </p:blipFill>
        <p:spPr>
          <a:xfrm rot="0">
            <a:off x="0" y="0"/>
            <a:ext cx="1590675" cy="6858000"/>
          </a:xfrm>
          <a:prstGeom prst="rect"/>
          <a:noFill/>
          <a:ln>
            <a:noFill/>
          </a:ln>
        </p:spPr>
      </p:pic>
      <p:sp>
        <p:nvSpPr>
          <p:cNvPr id="1048669" name="Rectangle 5"/>
          <p:cNvSpPr/>
          <p:nvPr/>
        </p:nvSpPr>
        <p:spPr>
          <a:xfrm rot="0">
            <a:off x="0" y="0"/>
            <a:ext cx="73025" cy="227012"/>
          </a:xfrm>
          <a:prstGeom prst="rect"/>
          <a:noFill/>
          <a:ln>
            <a:noFill/>
          </a:ln>
        </p:spPr>
        <p:txBody>
          <a:bodyPr anchor="ctr" bIns="22218" lIns="17457" rIns="17457" tIns="22218" vert="horz" wrap="none">
            <a:spAutoFit/>
          </a:bodyPr>
          <a:lstStyle>
            <a:lvl1pPr algn="l" eaLnBrk="0" fontAlgn="base" hangingPunct="0" indent="-342900" latinLnBrk="0" marL="3429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baseline="0" b="0" sz="32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1pPr>
            <a:lvl2pPr algn="l" eaLnBrk="0" fontAlgn="base" hangingPunct="0" indent="-285750" latinLnBrk="0" marL="74295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–"/>
              <a:defRPr baseline="0" b="0" sz="2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2pPr>
            <a:lvl3pPr algn="l" eaLnBrk="0" fontAlgn="base" hangingPunct="0" indent="-228600" latinLnBrk="0" marL="11430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baseline="0" b="0" sz="24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3pPr>
            <a:lvl4pPr algn="l" eaLnBrk="0" fontAlgn="base" hangingPunct="0" indent="-228600" latinLnBrk="0" marL="16002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–"/>
              <a:defRPr baseline="0" b="0" sz="20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4pPr>
            <a:lvl5pPr algn="l" eaLnBrk="0" fontAlgn="base" hangingPunct="0" indent="-228600" latinLnBrk="0" marL="20574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»"/>
              <a:defRPr baseline="0" b="0" sz="20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5pPr>
          </a:lstStyle>
          <a:p>
            <a:pPr eaLnBrk="1" hangingPunct="1" indent="0" lvl="0" marL="0">
              <a:spcBef>
                <a:spcPct val="0"/>
              </a:spcBef>
              <a:buFontTx/>
              <a:buNone/>
            </a:pPr>
            <a:r>
              <a:rPr altLang="ru-RU" sz="1200" lang="ru-RU">
                <a:latin typeface="Times New Roman" pitchFamily="18" charset="0"/>
                <a:ea typeface="Times New Roman" pitchFamily="18" charset="0"/>
              </a:rPr>
              <a:t> </a:t>
            </a:r>
          </a:p>
        </p:txBody>
      </p:sp>
      <p:sp>
        <p:nvSpPr>
          <p:cNvPr id="1048670" name="Rectangle 6"/>
          <p:cNvSpPr/>
          <p:nvPr/>
        </p:nvSpPr>
        <p:spPr>
          <a:xfrm rot="0">
            <a:off x="0" y="227012"/>
            <a:ext cx="73025" cy="227012"/>
          </a:xfrm>
          <a:prstGeom prst="rect"/>
          <a:noFill/>
          <a:ln>
            <a:noFill/>
          </a:ln>
        </p:spPr>
        <p:txBody>
          <a:bodyPr anchor="ctr" bIns="22218" lIns="17457" rIns="17457" tIns="22218" vert="horz" wrap="none">
            <a:spAutoFit/>
          </a:bodyPr>
          <a:lstStyle>
            <a:lvl1pPr algn="l" eaLnBrk="0" fontAlgn="base" hangingPunct="0" indent="-342900" latinLnBrk="0" marL="3429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baseline="0" b="0" sz="32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1pPr>
            <a:lvl2pPr algn="l" eaLnBrk="0" fontAlgn="base" hangingPunct="0" indent="-285750" latinLnBrk="0" marL="74295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–"/>
              <a:defRPr baseline="0" b="0" sz="2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2pPr>
            <a:lvl3pPr algn="l" eaLnBrk="0" fontAlgn="base" hangingPunct="0" indent="-228600" latinLnBrk="0" marL="11430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baseline="0" b="0" sz="24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3pPr>
            <a:lvl4pPr algn="l" eaLnBrk="0" fontAlgn="base" hangingPunct="0" indent="-228600" latinLnBrk="0" marL="16002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–"/>
              <a:defRPr baseline="0" b="0" sz="20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4pPr>
            <a:lvl5pPr algn="l" eaLnBrk="0" fontAlgn="base" hangingPunct="0" indent="-228600" latinLnBrk="0" marL="20574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»"/>
              <a:defRPr baseline="0" b="0" sz="20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5pPr>
          </a:lstStyle>
          <a:p>
            <a:pPr eaLnBrk="1" hangingPunct="1" indent="0" lvl="0" marL="0">
              <a:spcBef>
                <a:spcPct val="0"/>
              </a:spcBef>
              <a:buFontTx/>
              <a:buNone/>
            </a:pPr>
            <a:r>
              <a:rPr altLang="ru-RU" sz="1200" lang="ru-RU">
                <a:latin typeface="Times New Roman" pitchFamily="18" charset="0"/>
                <a:ea typeface="Times New Roman" pitchFamily="18" charset="0"/>
              </a:rPr>
              <a:t> </a:t>
            </a:r>
          </a:p>
        </p:txBody>
      </p:sp>
      <p:sp>
        <p:nvSpPr>
          <p:cNvPr id="1048671" name="Rectangle 7"/>
          <p:cNvSpPr/>
          <p:nvPr/>
        </p:nvSpPr>
        <p:spPr>
          <a:xfrm rot="0">
            <a:off x="0" y="454025"/>
            <a:ext cx="222250" cy="274637"/>
          </a:xfrm>
          <a:prstGeom prst="rect"/>
          <a:noFill/>
          <a:ln>
            <a:noFill/>
          </a:ln>
        </p:spPr>
        <p:txBody>
          <a:bodyPr anchor="ctr" bIns="45720" lIns="91440" rIns="91440" tIns="45720" vert="horz" wrap="none">
            <a:spAutoFit/>
          </a:bodyPr>
          <a:lstStyle>
            <a:lvl1pPr algn="l" eaLnBrk="0" fontAlgn="base" hangingPunct="0" indent="-342900" latinLnBrk="0" marL="3429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baseline="0" b="0" sz="32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1pPr>
            <a:lvl2pPr algn="l" eaLnBrk="0" fontAlgn="base" hangingPunct="0" indent="-285750" latinLnBrk="0" marL="74295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–"/>
              <a:defRPr baseline="0" b="0" sz="2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2pPr>
            <a:lvl3pPr algn="l" eaLnBrk="0" fontAlgn="base" hangingPunct="0" indent="-228600" latinLnBrk="0" marL="11430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baseline="0" b="0" sz="24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3pPr>
            <a:lvl4pPr algn="l" eaLnBrk="0" fontAlgn="base" hangingPunct="0" indent="-228600" latinLnBrk="0" marL="16002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–"/>
              <a:defRPr baseline="0" b="0" sz="20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4pPr>
            <a:lvl5pPr algn="l" eaLnBrk="0" fontAlgn="base" hangingPunct="0" indent="-228600" latinLnBrk="0" marL="20574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»"/>
              <a:defRPr baseline="0" b="0" sz="20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5pPr>
          </a:lstStyle>
          <a:p>
            <a:pPr eaLnBrk="1" hangingPunct="1" indent="0" lvl="0" marL="0">
              <a:spcBef>
                <a:spcPct val="0"/>
              </a:spcBef>
              <a:buFontTx/>
              <a:buNone/>
            </a:pPr>
            <a:r>
              <a:rPr altLang="ru-RU" sz="1200" lang="ru-RU">
                <a:latin typeface="Times New Roman" pitchFamily="18" charset="0"/>
                <a:ea typeface="Times New Roman" pitchFamily="18" charset="0"/>
              </a:rPr>
              <a:t> </a:t>
            </a:r>
          </a:p>
        </p:txBody>
      </p:sp>
      <p:sp>
        <p:nvSpPr>
          <p:cNvPr id="1048672" name="Rectangle 8"/>
          <p:cNvSpPr/>
          <p:nvPr/>
        </p:nvSpPr>
        <p:spPr>
          <a:xfrm rot="0">
            <a:off x="0" y="0"/>
            <a:ext cx="73025" cy="227012"/>
          </a:xfrm>
          <a:prstGeom prst="rect"/>
          <a:noFill/>
          <a:ln>
            <a:noFill/>
          </a:ln>
        </p:spPr>
        <p:txBody>
          <a:bodyPr anchor="ctr" bIns="22218" lIns="17457" rIns="17457" tIns="22218" vert="horz" wrap="none">
            <a:spAutoFit/>
          </a:bodyPr>
          <a:lstStyle>
            <a:lvl1pPr algn="l" eaLnBrk="0" fontAlgn="base" hangingPunct="0" indent="-342900" latinLnBrk="0" marL="3429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baseline="0" b="0" sz="32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1pPr>
            <a:lvl2pPr algn="l" eaLnBrk="0" fontAlgn="base" hangingPunct="0" indent="-285750" latinLnBrk="0" marL="74295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–"/>
              <a:defRPr baseline="0" b="0" sz="2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2pPr>
            <a:lvl3pPr algn="l" eaLnBrk="0" fontAlgn="base" hangingPunct="0" indent="-228600" latinLnBrk="0" marL="11430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baseline="0" b="0" sz="24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3pPr>
            <a:lvl4pPr algn="l" eaLnBrk="0" fontAlgn="base" hangingPunct="0" indent="-228600" latinLnBrk="0" marL="16002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–"/>
              <a:defRPr baseline="0" b="0" sz="20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4pPr>
            <a:lvl5pPr algn="l" eaLnBrk="0" fontAlgn="base" hangingPunct="0" indent="-228600" latinLnBrk="0" marL="20574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»"/>
              <a:defRPr baseline="0" b="0" sz="20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5pPr>
          </a:lstStyle>
          <a:p>
            <a:pPr eaLnBrk="1" hangingPunct="1" indent="0" lvl="0" marL="0">
              <a:spcBef>
                <a:spcPct val="0"/>
              </a:spcBef>
              <a:buFontTx/>
              <a:buNone/>
            </a:pPr>
            <a:r>
              <a:rPr altLang="ru-RU" sz="1200" lang="ru-RU">
                <a:latin typeface="Times New Roman" pitchFamily="18" charset="0"/>
                <a:ea typeface="Times New Roman" pitchFamily="18" charset="0"/>
              </a:rPr>
              <a:t> </a:t>
            </a:r>
          </a:p>
        </p:txBody>
      </p:sp>
      <p:sp>
        <p:nvSpPr>
          <p:cNvPr id="1048673" name="Rectangle 9"/>
          <p:cNvSpPr/>
          <p:nvPr/>
        </p:nvSpPr>
        <p:spPr>
          <a:xfrm rot="0">
            <a:off x="0" y="227012"/>
            <a:ext cx="73025" cy="227012"/>
          </a:xfrm>
          <a:prstGeom prst="rect"/>
          <a:noFill/>
          <a:ln>
            <a:noFill/>
          </a:ln>
        </p:spPr>
        <p:txBody>
          <a:bodyPr anchor="ctr" bIns="22218" lIns="17457" rIns="17457" tIns="22218" vert="horz" wrap="none">
            <a:spAutoFit/>
          </a:bodyPr>
          <a:lstStyle>
            <a:lvl1pPr algn="l" eaLnBrk="0" fontAlgn="base" hangingPunct="0" indent="-342900" latinLnBrk="0" marL="3429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baseline="0" b="0" sz="32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1pPr>
            <a:lvl2pPr algn="l" eaLnBrk="0" fontAlgn="base" hangingPunct="0" indent="-285750" latinLnBrk="0" marL="74295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–"/>
              <a:defRPr baseline="0" b="0" sz="2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2pPr>
            <a:lvl3pPr algn="l" eaLnBrk="0" fontAlgn="base" hangingPunct="0" indent="-228600" latinLnBrk="0" marL="11430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baseline="0" b="0" sz="24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3pPr>
            <a:lvl4pPr algn="l" eaLnBrk="0" fontAlgn="base" hangingPunct="0" indent="-228600" latinLnBrk="0" marL="16002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–"/>
              <a:defRPr baseline="0" b="0" sz="20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4pPr>
            <a:lvl5pPr algn="l" eaLnBrk="0" fontAlgn="base" hangingPunct="0" indent="-228600" latinLnBrk="0" marL="20574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»"/>
              <a:defRPr baseline="0" b="0" sz="20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5pPr>
          </a:lstStyle>
          <a:p>
            <a:pPr eaLnBrk="1" hangingPunct="1" indent="0" lvl="0" marL="0">
              <a:spcBef>
                <a:spcPct val="0"/>
              </a:spcBef>
              <a:buFontTx/>
              <a:buNone/>
            </a:pPr>
            <a:r>
              <a:rPr altLang="ru-RU" sz="1200" lang="ru-RU">
                <a:latin typeface="Times New Roman" pitchFamily="18" charset="0"/>
                <a:ea typeface="Times New Roman" pitchFamily="18" charset="0"/>
              </a:rPr>
              <a:t> </a:t>
            </a:r>
          </a:p>
        </p:txBody>
      </p:sp>
      <p:sp>
        <p:nvSpPr>
          <p:cNvPr id="1048674" name="Rectangle 10"/>
          <p:cNvSpPr/>
          <p:nvPr/>
        </p:nvSpPr>
        <p:spPr>
          <a:xfrm rot="0">
            <a:off x="0" y="454025"/>
            <a:ext cx="222250" cy="274637"/>
          </a:xfrm>
          <a:prstGeom prst="rect"/>
          <a:noFill/>
          <a:ln>
            <a:noFill/>
          </a:ln>
        </p:spPr>
        <p:txBody>
          <a:bodyPr anchor="ctr" bIns="45720" lIns="91440" rIns="91440" tIns="45720" vert="horz" wrap="none">
            <a:spAutoFit/>
          </a:bodyPr>
          <a:lstStyle>
            <a:lvl1pPr algn="l" eaLnBrk="0" fontAlgn="base" hangingPunct="0" indent="-342900" latinLnBrk="0" marL="3429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baseline="0" b="0" sz="32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1pPr>
            <a:lvl2pPr algn="l" eaLnBrk="0" fontAlgn="base" hangingPunct="0" indent="-285750" latinLnBrk="0" marL="74295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–"/>
              <a:defRPr baseline="0" b="0" sz="2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2pPr>
            <a:lvl3pPr algn="l" eaLnBrk="0" fontAlgn="base" hangingPunct="0" indent="-228600" latinLnBrk="0" marL="11430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baseline="0" b="0" sz="24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3pPr>
            <a:lvl4pPr algn="l" eaLnBrk="0" fontAlgn="base" hangingPunct="0" indent="-228600" latinLnBrk="0" marL="16002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–"/>
              <a:defRPr baseline="0" b="0" sz="20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4pPr>
            <a:lvl5pPr algn="l" eaLnBrk="0" fontAlgn="base" hangingPunct="0" indent="-228600" latinLnBrk="0" marL="20574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»"/>
              <a:defRPr baseline="0" b="0" sz="20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5pPr>
          </a:lstStyle>
          <a:p>
            <a:pPr eaLnBrk="1" hangingPunct="1" indent="0" lvl="0" marL="0">
              <a:spcBef>
                <a:spcPct val="0"/>
              </a:spcBef>
              <a:buFontTx/>
              <a:buNone/>
            </a:pPr>
            <a:r>
              <a:rPr altLang="ru-RU" sz="1200" lang="ru-RU">
                <a:latin typeface="Times New Roman" pitchFamily="18" charset="0"/>
                <a:ea typeface="Times New Roman" pitchFamily="18" charset="0"/>
              </a:rPr>
              <a:t> </a:t>
            </a:r>
          </a:p>
        </p:txBody>
      </p:sp>
      <p:pic>
        <p:nvPicPr>
          <p:cNvPr id="2097188" name="Picture 10" descr="j0205582"/>
          <p:cNvPicPr>
            <a:picLocks/>
          </p:cNvPicPr>
          <p:nvPr/>
        </p:nvPicPr>
        <p:blipFill>
          <a:blip xmlns:r="http://schemas.openxmlformats.org/officeDocument/2006/relationships" r:embed="rId2"/>
          <a:srcRect l="0" t="0" r="0" b="0"/>
          <a:stretch>
            <a:fillRect/>
          </a:stretch>
        </p:blipFill>
        <p:spPr>
          <a:xfrm rot="0">
            <a:off x="-252412" y="-100012"/>
            <a:ext cx="1776412" cy="1630362"/>
          </a:xfrm>
          <a:prstGeom prst="rect"/>
          <a:noFill/>
          <a:ln>
            <a:noFill/>
          </a:ln>
        </p:spPr>
      </p:pic>
    </p:spTree>
  </p:cSld>
  <p:clrMapOvr>
    <a:masterClrMapping/>
  </p:clrMapOvr>
  <p:timing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1">
  <p:cSld>
    <p:spTree>
      <p:nvGrpSpPr>
        <p:cNvPr id="54" name=""/>
        <p:cNvGrpSpPr/>
        <p:nvPr/>
      </p:nvGrpSpPr>
      <p:grpSpPr>
        <a:xfrm rot="0">
          <a:off x="0" y="0"/>
          <a:ext cx="0" cy="0"/>
          <a:chOff x="0" y="0"/>
          <a:chExt cx="0" cy="0"/>
        </a:xfrm>
      </p:grpSpPr>
      <p:sp>
        <p:nvSpPr>
          <p:cNvPr id="1048678" name="Rectangle 2"/>
          <p:cNvSpPr/>
          <p:nvPr>
            <p:ph type="ctrTitle" sz="full" idx="0"/>
          </p:nvPr>
        </p:nvSpPr>
        <p:spPr>
          <a:xfrm rot="0">
            <a:off x="1403350" y="404812"/>
            <a:ext cx="7740650" cy="1223962"/>
          </a:xfrm>
          <a:prstGeom prst="rect"/>
          <a:noFill/>
          <a:ln>
            <a:noFill/>
          </a:ln>
        </p:spPr>
        <p:txBody>
          <a:bodyPr anchor="ctr" bIns="45720" lIns="91440" rIns="91440" tIns="45720" vert="horz"/>
          <a:lstStyle>
            <a:lvl1pPr algn="ctr">
              <a:defRPr sz="4400"/>
            </a:lvl1pPr>
          </a:lstStyle>
          <a:p>
            <a:pPr eaLnBrk="1" hangingPunct="1" lvl="0"/>
            <a:r>
              <a:rPr altLang="ru-RU" b="1" sz="3600" lang="ru-RU">
                <a:solidFill>
                  <a:srgbClr val="3C8C93"/>
                </a:solidFill>
              </a:rPr>
              <a:t>Требования к оформлению</a:t>
            </a:r>
          </a:p>
        </p:txBody>
      </p:sp>
      <p:pic>
        <p:nvPicPr>
          <p:cNvPr id="2097189" name="Picture 3" descr="Фон"/>
          <p:cNvPicPr>
            <a:picLocks/>
          </p:cNvPicPr>
          <p:nvPr/>
        </p:nvPicPr>
        <p:blipFill>
          <a:blip xmlns:r="http://schemas.openxmlformats.org/officeDocument/2006/relationships" r:embed="rId1"/>
          <a:srcRect l="0" t="0" r="0" b="0"/>
          <a:stretch>
            <a:fillRect/>
          </a:stretch>
        </p:blipFill>
        <p:spPr>
          <a:xfrm rot="0">
            <a:off x="0" y="0"/>
            <a:ext cx="1590675" cy="6858000"/>
          </a:xfrm>
          <a:prstGeom prst="rect"/>
          <a:noFill/>
          <a:ln>
            <a:noFill/>
          </a:ln>
        </p:spPr>
      </p:pic>
      <p:sp>
        <p:nvSpPr>
          <p:cNvPr id="1048679" name="Rectangle 4"/>
          <p:cNvSpPr/>
          <p:nvPr/>
        </p:nvSpPr>
        <p:spPr>
          <a:xfrm rot="0">
            <a:off x="0" y="0"/>
            <a:ext cx="73025" cy="227012"/>
          </a:xfrm>
          <a:prstGeom prst="rect"/>
          <a:noFill/>
          <a:ln>
            <a:noFill/>
          </a:ln>
        </p:spPr>
        <p:txBody>
          <a:bodyPr anchor="ctr" bIns="22218" lIns="17457" rIns="17457" tIns="22218" vert="horz" wrap="none">
            <a:spAutoFit/>
          </a:bodyPr>
          <a:lstStyle>
            <a:lvl1pPr algn="l" eaLnBrk="0" fontAlgn="base" hangingPunct="0" indent="-342900" latinLnBrk="0" marL="3429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baseline="0" b="0" sz="32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1pPr>
            <a:lvl2pPr algn="l" eaLnBrk="0" fontAlgn="base" hangingPunct="0" indent="-285750" latinLnBrk="0" marL="74295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–"/>
              <a:defRPr baseline="0" b="0" sz="2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2pPr>
            <a:lvl3pPr algn="l" eaLnBrk="0" fontAlgn="base" hangingPunct="0" indent="-228600" latinLnBrk="0" marL="11430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baseline="0" b="0" sz="24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3pPr>
            <a:lvl4pPr algn="l" eaLnBrk="0" fontAlgn="base" hangingPunct="0" indent="-228600" latinLnBrk="0" marL="16002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–"/>
              <a:defRPr baseline="0" b="0" sz="20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4pPr>
            <a:lvl5pPr algn="l" eaLnBrk="0" fontAlgn="base" hangingPunct="0" indent="-228600" latinLnBrk="0" marL="20574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»"/>
              <a:defRPr baseline="0" b="0" sz="20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5pPr>
          </a:lstStyle>
          <a:p>
            <a:pPr eaLnBrk="1" hangingPunct="1" indent="0" lvl="0" marL="0">
              <a:spcBef>
                <a:spcPct val="0"/>
              </a:spcBef>
              <a:buFontTx/>
              <a:buNone/>
            </a:pPr>
            <a:r>
              <a:rPr altLang="ru-RU" sz="1200" lang="ru-RU">
                <a:latin typeface="Times New Roman" pitchFamily="18" charset="0"/>
                <a:ea typeface="Times New Roman" pitchFamily="18" charset="0"/>
              </a:rPr>
              <a:t> </a:t>
            </a:r>
          </a:p>
        </p:txBody>
      </p:sp>
      <p:sp>
        <p:nvSpPr>
          <p:cNvPr id="1048680" name="Rectangle 5"/>
          <p:cNvSpPr/>
          <p:nvPr/>
        </p:nvSpPr>
        <p:spPr>
          <a:xfrm rot="0">
            <a:off x="0" y="227012"/>
            <a:ext cx="73025" cy="227012"/>
          </a:xfrm>
          <a:prstGeom prst="rect"/>
          <a:noFill/>
          <a:ln>
            <a:noFill/>
          </a:ln>
        </p:spPr>
        <p:txBody>
          <a:bodyPr anchor="ctr" bIns="22218" lIns="17457" rIns="17457" tIns="22218" vert="horz" wrap="none">
            <a:spAutoFit/>
          </a:bodyPr>
          <a:lstStyle>
            <a:lvl1pPr algn="l" eaLnBrk="0" fontAlgn="base" hangingPunct="0" indent="-342900" latinLnBrk="0" marL="3429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baseline="0" b="0" sz="32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1pPr>
            <a:lvl2pPr algn="l" eaLnBrk="0" fontAlgn="base" hangingPunct="0" indent="-285750" latinLnBrk="0" marL="74295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–"/>
              <a:defRPr baseline="0" b="0" sz="2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2pPr>
            <a:lvl3pPr algn="l" eaLnBrk="0" fontAlgn="base" hangingPunct="0" indent="-228600" latinLnBrk="0" marL="11430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baseline="0" b="0" sz="24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3pPr>
            <a:lvl4pPr algn="l" eaLnBrk="0" fontAlgn="base" hangingPunct="0" indent="-228600" latinLnBrk="0" marL="16002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–"/>
              <a:defRPr baseline="0" b="0" sz="20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4pPr>
            <a:lvl5pPr algn="l" eaLnBrk="0" fontAlgn="base" hangingPunct="0" indent="-228600" latinLnBrk="0" marL="20574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»"/>
              <a:defRPr baseline="0" b="0" sz="20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5pPr>
          </a:lstStyle>
          <a:p>
            <a:pPr eaLnBrk="1" hangingPunct="1" indent="0" lvl="0" marL="0">
              <a:spcBef>
                <a:spcPct val="0"/>
              </a:spcBef>
              <a:buFontTx/>
              <a:buNone/>
            </a:pPr>
            <a:r>
              <a:rPr altLang="ru-RU" sz="1200" lang="ru-RU">
                <a:latin typeface="Times New Roman" pitchFamily="18" charset="0"/>
                <a:ea typeface="Times New Roman" pitchFamily="18" charset="0"/>
              </a:rPr>
              <a:t> </a:t>
            </a:r>
          </a:p>
        </p:txBody>
      </p:sp>
      <p:sp>
        <p:nvSpPr>
          <p:cNvPr id="1048681" name="Rectangle 6"/>
          <p:cNvSpPr/>
          <p:nvPr/>
        </p:nvSpPr>
        <p:spPr>
          <a:xfrm rot="0">
            <a:off x="0" y="454025"/>
            <a:ext cx="222250" cy="274637"/>
          </a:xfrm>
          <a:prstGeom prst="rect"/>
          <a:noFill/>
          <a:ln>
            <a:noFill/>
          </a:ln>
        </p:spPr>
        <p:txBody>
          <a:bodyPr anchor="ctr" bIns="45720" lIns="91440" rIns="91440" tIns="45720" vert="horz" wrap="none">
            <a:spAutoFit/>
          </a:bodyPr>
          <a:lstStyle>
            <a:lvl1pPr algn="l" eaLnBrk="0" fontAlgn="base" hangingPunct="0" indent="-342900" latinLnBrk="0" marL="3429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baseline="0" b="0" sz="32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1pPr>
            <a:lvl2pPr algn="l" eaLnBrk="0" fontAlgn="base" hangingPunct="0" indent="-285750" latinLnBrk="0" marL="74295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–"/>
              <a:defRPr baseline="0" b="0" sz="2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2pPr>
            <a:lvl3pPr algn="l" eaLnBrk="0" fontAlgn="base" hangingPunct="0" indent="-228600" latinLnBrk="0" marL="11430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baseline="0" b="0" sz="24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3pPr>
            <a:lvl4pPr algn="l" eaLnBrk="0" fontAlgn="base" hangingPunct="0" indent="-228600" latinLnBrk="0" marL="16002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–"/>
              <a:defRPr baseline="0" b="0" sz="20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4pPr>
            <a:lvl5pPr algn="l" eaLnBrk="0" fontAlgn="base" hangingPunct="0" indent="-228600" latinLnBrk="0" marL="20574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»"/>
              <a:defRPr baseline="0" b="0" sz="20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5pPr>
          </a:lstStyle>
          <a:p>
            <a:pPr eaLnBrk="1" hangingPunct="1" indent="0" lvl="0" marL="0">
              <a:spcBef>
                <a:spcPct val="0"/>
              </a:spcBef>
              <a:buFontTx/>
              <a:buNone/>
            </a:pPr>
            <a:r>
              <a:rPr altLang="ru-RU" sz="1200" lang="ru-RU">
                <a:latin typeface="Times New Roman" pitchFamily="18" charset="0"/>
                <a:ea typeface="Times New Roman" pitchFamily="18" charset="0"/>
              </a:rPr>
              <a:t> </a:t>
            </a:r>
          </a:p>
        </p:txBody>
      </p:sp>
      <p:sp>
        <p:nvSpPr>
          <p:cNvPr id="1048682" name="Rectangle 7"/>
          <p:cNvSpPr/>
          <p:nvPr/>
        </p:nvSpPr>
        <p:spPr>
          <a:xfrm rot="0">
            <a:off x="0" y="0"/>
            <a:ext cx="73025" cy="227012"/>
          </a:xfrm>
          <a:prstGeom prst="rect"/>
          <a:noFill/>
          <a:ln>
            <a:noFill/>
          </a:ln>
        </p:spPr>
        <p:txBody>
          <a:bodyPr anchor="ctr" bIns="22218" lIns="17457" rIns="17457" tIns="22218" vert="horz" wrap="none">
            <a:spAutoFit/>
          </a:bodyPr>
          <a:lstStyle>
            <a:lvl1pPr algn="l" eaLnBrk="0" fontAlgn="base" hangingPunct="0" indent="-342900" latinLnBrk="0" marL="3429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baseline="0" b="0" sz="32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1pPr>
            <a:lvl2pPr algn="l" eaLnBrk="0" fontAlgn="base" hangingPunct="0" indent="-285750" latinLnBrk="0" marL="74295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–"/>
              <a:defRPr baseline="0" b="0" sz="2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2pPr>
            <a:lvl3pPr algn="l" eaLnBrk="0" fontAlgn="base" hangingPunct="0" indent="-228600" latinLnBrk="0" marL="11430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baseline="0" b="0" sz="24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3pPr>
            <a:lvl4pPr algn="l" eaLnBrk="0" fontAlgn="base" hangingPunct="0" indent="-228600" latinLnBrk="0" marL="16002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–"/>
              <a:defRPr baseline="0" b="0" sz="20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4pPr>
            <a:lvl5pPr algn="l" eaLnBrk="0" fontAlgn="base" hangingPunct="0" indent="-228600" latinLnBrk="0" marL="20574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»"/>
              <a:defRPr baseline="0" b="0" sz="20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5pPr>
          </a:lstStyle>
          <a:p>
            <a:pPr eaLnBrk="1" hangingPunct="1" indent="0" lvl="0" marL="0">
              <a:spcBef>
                <a:spcPct val="0"/>
              </a:spcBef>
              <a:buFontTx/>
              <a:buNone/>
            </a:pPr>
            <a:r>
              <a:rPr altLang="ru-RU" sz="1200" lang="ru-RU">
                <a:latin typeface="Times New Roman" pitchFamily="18" charset="0"/>
                <a:ea typeface="Times New Roman" pitchFamily="18" charset="0"/>
              </a:rPr>
              <a:t> </a:t>
            </a:r>
          </a:p>
        </p:txBody>
      </p:sp>
      <p:sp>
        <p:nvSpPr>
          <p:cNvPr id="1048683" name="Rectangle 8"/>
          <p:cNvSpPr/>
          <p:nvPr/>
        </p:nvSpPr>
        <p:spPr>
          <a:xfrm rot="0">
            <a:off x="0" y="227012"/>
            <a:ext cx="73025" cy="227012"/>
          </a:xfrm>
          <a:prstGeom prst="rect"/>
          <a:noFill/>
          <a:ln>
            <a:noFill/>
          </a:ln>
        </p:spPr>
        <p:txBody>
          <a:bodyPr anchor="ctr" bIns="22218" lIns="17457" rIns="17457" tIns="22218" vert="horz" wrap="none">
            <a:spAutoFit/>
          </a:bodyPr>
          <a:lstStyle>
            <a:lvl1pPr algn="l" eaLnBrk="0" fontAlgn="base" hangingPunct="0" indent="-342900" latinLnBrk="0" marL="3429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baseline="0" b="0" sz="32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1pPr>
            <a:lvl2pPr algn="l" eaLnBrk="0" fontAlgn="base" hangingPunct="0" indent="-285750" latinLnBrk="0" marL="74295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–"/>
              <a:defRPr baseline="0" b="0" sz="2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2pPr>
            <a:lvl3pPr algn="l" eaLnBrk="0" fontAlgn="base" hangingPunct="0" indent="-228600" latinLnBrk="0" marL="11430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baseline="0" b="0" sz="24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3pPr>
            <a:lvl4pPr algn="l" eaLnBrk="0" fontAlgn="base" hangingPunct="0" indent="-228600" latinLnBrk="0" marL="16002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–"/>
              <a:defRPr baseline="0" b="0" sz="20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4pPr>
            <a:lvl5pPr algn="l" eaLnBrk="0" fontAlgn="base" hangingPunct="0" indent="-228600" latinLnBrk="0" marL="20574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»"/>
              <a:defRPr baseline="0" b="0" sz="20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5pPr>
          </a:lstStyle>
          <a:p>
            <a:pPr eaLnBrk="1" hangingPunct="1" indent="0" lvl="0" marL="0">
              <a:spcBef>
                <a:spcPct val="0"/>
              </a:spcBef>
              <a:buFontTx/>
              <a:buNone/>
            </a:pPr>
            <a:r>
              <a:rPr altLang="ru-RU" sz="1200" lang="ru-RU">
                <a:latin typeface="Times New Roman" pitchFamily="18" charset="0"/>
                <a:ea typeface="Times New Roman" pitchFamily="18" charset="0"/>
              </a:rPr>
              <a:t> </a:t>
            </a:r>
          </a:p>
        </p:txBody>
      </p:sp>
      <p:sp>
        <p:nvSpPr>
          <p:cNvPr id="1048684" name="Rectangle 9"/>
          <p:cNvSpPr/>
          <p:nvPr/>
        </p:nvSpPr>
        <p:spPr>
          <a:xfrm rot="0">
            <a:off x="0" y="454025"/>
            <a:ext cx="222250" cy="274637"/>
          </a:xfrm>
          <a:prstGeom prst="rect"/>
          <a:noFill/>
          <a:ln>
            <a:noFill/>
          </a:ln>
        </p:spPr>
        <p:txBody>
          <a:bodyPr anchor="ctr" bIns="45720" lIns="91440" rIns="91440" tIns="45720" vert="horz" wrap="none">
            <a:spAutoFit/>
          </a:bodyPr>
          <a:lstStyle>
            <a:lvl1pPr algn="l" eaLnBrk="0" fontAlgn="base" hangingPunct="0" indent="-342900" latinLnBrk="0" marL="3429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baseline="0" b="0" sz="32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1pPr>
            <a:lvl2pPr algn="l" eaLnBrk="0" fontAlgn="base" hangingPunct="0" indent="-285750" latinLnBrk="0" marL="74295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–"/>
              <a:defRPr baseline="0" b="0" sz="2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2pPr>
            <a:lvl3pPr algn="l" eaLnBrk="0" fontAlgn="base" hangingPunct="0" indent="-228600" latinLnBrk="0" marL="11430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baseline="0" b="0" sz="24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3pPr>
            <a:lvl4pPr algn="l" eaLnBrk="0" fontAlgn="base" hangingPunct="0" indent="-228600" latinLnBrk="0" marL="16002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–"/>
              <a:defRPr baseline="0" b="0" sz="20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4pPr>
            <a:lvl5pPr algn="l" eaLnBrk="0" fontAlgn="base" hangingPunct="0" indent="-228600" latinLnBrk="0" marL="20574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»"/>
              <a:defRPr baseline="0" b="0" sz="20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5pPr>
          </a:lstStyle>
          <a:p>
            <a:pPr eaLnBrk="1" hangingPunct="1" indent="0" lvl="0" marL="0">
              <a:spcBef>
                <a:spcPct val="0"/>
              </a:spcBef>
              <a:buFontTx/>
              <a:buNone/>
            </a:pPr>
            <a:r>
              <a:rPr altLang="ru-RU" sz="1200" lang="ru-RU">
                <a:latin typeface="Times New Roman" pitchFamily="18" charset="0"/>
                <a:ea typeface="Times New Roman" pitchFamily="18" charset="0"/>
              </a:rPr>
              <a:t> </a:t>
            </a:r>
          </a:p>
        </p:txBody>
      </p:sp>
      <p:sp>
        <p:nvSpPr>
          <p:cNvPr id="1048685" name="Rectangle 10"/>
          <p:cNvSpPr/>
          <p:nvPr>
            <p:ph type="subTitle" sz="full" idx="1"/>
          </p:nvPr>
        </p:nvSpPr>
        <p:spPr>
          <a:xfrm rot="0">
            <a:off x="1763712" y="1530350"/>
            <a:ext cx="7129462" cy="5067300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lstStyle>
            <a:lvl1pPr algn="ctr" marL="0">
              <a:buFontTx/>
              <a:buNone/>
              <a:defRPr sz="3200">
                <a:solidFill>
                  <a:schemeClr val="dk1"/>
                </a:solidFill>
              </a:defRPr>
            </a:lvl1pPr>
            <a:lvl2pPr algn="ctr" marL="457200">
              <a:buFontTx/>
              <a:buNone/>
            </a:lvl2pPr>
            <a:lvl3pPr algn="ctr" marL="914400">
              <a:buFontTx/>
              <a:buNone/>
            </a:lvl3pPr>
            <a:lvl4pPr algn="ctr" marL="1371600">
              <a:buFontTx/>
              <a:buNone/>
            </a:lvl4pPr>
            <a:lvl5pPr algn="ctr" marL="1828800">
              <a:buFontTx/>
              <a:buNone/>
            </a:lvl5pPr>
          </a:lstStyle>
          <a:p>
            <a:pPr eaLnBrk="1" hangingPunct="1" indent="0" lvl="1" marL="187325"/>
            <a:endParaRPr altLang="en-US" b="1" lang="ru-RU">
              <a:solidFill>
                <a:schemeClr val="hlink"/>
              </a:solidFill>
            </a:endParaRPr>
          </a:p>
          <a:p>
            <a:pPr algn="l" eaLnBrk="1" hangingPunct="1" indent="0" lvl="1" marL="187325">
              <a:buFont typeface="Arial" pitchFamily="0" charset="0"/>
              <a:buChar char="•"/>
            </a:pPr>
            <a:r>
              <a:rPr altLang="en-US" b="1" lang="ru-RU">
                <a:solidFill>
                  <a:srgbClr val="3366CC"/>
                </a:solidFill>
              </a:rPr>
              <a:t>Лаконичность</a:t>
            </a:r>
          </a:p>
          <a:p>
            <a:pPr algn="l" eaLnBrk="1" hangingPunct="1" indent="0" lvl="1" marL="187325">
              <a:buFont typeface="Arial" pitchFamily="0" charset="0"/>
              <a:buChar char="•"/>
            </a:pPr>
            <a:r>
              <a:rPr altLang="en-US" b="1" lang="ru-RU">
                <a:solidFill>
                  <a:srgbClr val="3366CC"/>
                </a:solidFill>
              </a:rPr>
              <a:t>Научность</a:t>
            </a:r>
          </a:p>
          <a:p>
            <a:pPr algn="l" eaLnBrk="1" hangingPunct="1" indent="0" lvl="1" marL="187325">
              <a:buFont typeface="Arial" pitchFamily="0" charset="0"/>
              <a:buChar char="•"/>
            </a:pPr>
            <a:r>
              <a:rPr altLang="en-US" b="1" lang="ru-RU">
                <a:solidFill>
                  <a:srgbClr val="3366CC"/>
                </a:solidFill>
              </a:rPr>
              <a:t>Соблюдение авторского права</a:t>
            </a:r>
          </a:p>
          <a:p>
            <a:pPr algn="l" eaLnBrk="1" hangingPunct="1" indent="0" lvl="1" marL="187325">
              <a:buFont typeface="Arial" pitchFamily="0" charset="0"/>
              <a:buChar char="•"/>
            </a:pPr>
            <a:r>
              <a:rPr altLang="en-US" b="1" lang="ru-RU">
                <a:solidFill>
                  <a:srgbClr val="3366CC"/>
                </a:solidFill>
              </a:rPr>
              <a:t>Конфиденциальность</a:t>
            </a:r>
          </a:p>
          <a:p>
            <a:pPr algn="l" eaLnBrk="1" hangingPunct="1" indent="0" lvl="1" marL="187325"/>
            <a:r>
              <a:rPr altLang="en-US" lang="en-US"/>
              <a:t> </a:t>
            </a:r>
          </a:p>
          <a:p>
            <a:pPr algn="l" eaLnBrk="1" hangingPunct="1" indent="0" lvl="1" marL="187325"/>
            <a:r>
              <a:rPr altLang="en-US" b="1" sz="3600" lang="ru-RU">
                <a:solidFill>
                  <a:srgbClr val="3366CC"/>
                </a:solidFill>
              </a:rPr>
              <a:t>  </a:t>
            </a:r>
          </a:p>
        </p:txBody>
      </p:sp>
      <p:pic>
        <p:nvPicPr>
          <p:cNvPr id="2097190" name="Picture 11" descr="j0205582"/>
          <p:cNvPicPr>
            <a:picLocks/>
          </p:cNvPicPr>
          <p:nvPr/>
        </p:nvPicPr>
        <p:blipFill>
          <a:blip xmlns:r="http://schemas.openxmlformats.org/officeDocument/2006/relationships" r:embed="rId2"/>
          <a:srcRect l="0" t="0" r="0" b="0"/>
          <a:stretch>
            <a:fillRect/>
          </a:stretch>
        </p:blipFill>
        <p:spPr>
          <a:xfrm rot="0">
            <a:off x="-252412" y="-100012"/>
            <a:ext cx="1776412" cy="1630362"/>
          </a:xfrm>
          <a:prstGeom prst="rect"/>
          <a:noFill/>
          <a:ln>
            <a:noFill/>
          </a:ln>
        </p:spPr>
      </p:pic>
    </p:spTree>
  </p:cSld>
  <p:clrMapOvr>
    <a:masterClrMapping/>
  </p:clrMapOvr>
  <p:timing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1">
  <p:cSld>
    <p:spTree>
      <p:nvGrpSpPr>
        <p:cNvPr id="55" name=""/>
        <p:cNvGrpSpPr/>
        <p:nvPr/>
      </p:nvGrpSpPr>
      <p:grpSpPr>
        <a:xfrm rot="0">
          <a:off x="0" y="0"/>
          <a:ext cx="0" cy="0"/>
          <a:chOff x="0" y="0"/>
          <a:chExt cx="0" cy="0"/>
        </a:xfrm>
      </p:grpSpPr>
      <p:sp>
        <p:nvSpPr>
          <p:cNvPr id="1048686" name="Rectangle 2"/>
          <p:cNvSpPr/>
          <p:nvPr>
            <p:ph type="ctrTitle" sz="full" idx="0"/>
          </p:nvPr>
        </p:nvSpPr>
        <p:spPr>
          <a:xfrm rot="0">
            <a:off x="1458912" y="103187"/>
            <a:ext cx="7740650" cy="1223962"/>
          </a:xfrm>
          <a:prstGeom prst="rect"/>
          <a:noFill/>
          <a:ln>
            <a:noFill/>
          </a:ln>
        </p:spPr>
        <p:txBody>
          <a:bodyPr anchor="ctr" bIns="45720" lIns="91440" rIns="91440" tIns="45720" vert="horz"/>
          <a:lstStyle>
            <a:lvl1pPr algn="ctr">
              <a:defRPr sz="4400"/>
            </a:lvl1pPr>
          </a:lstStyle>
          <a:p>
            <a:pPr eaLnBrk="1" hangingPunct="1" lvl="0"/>
            <a:r>
              <a:rPr altLang="ru-RU" b="1" sz="3600" lang="ru-RU">
                <a:solidFill>
                  <a:srgbClr val="CC0099"/>
                </a:solidFill>
              </a:rPr>
              <a:t>Требования к содержанию</a:t>
            </a:r>
          </a:p>
        </p:txBody>
      </p:sp>
      <p:pic>
        <p:nvPicPr>
          <p:cNvPr id="2097191" name="Picture 3" descr="Фон"/>
          <p:cNvPicPr>
            <a:picLocks/>
          </p:cNvPicPr>
          <p:nvPr/>
        </p:nvPicPr>
        <p:blipFill>
          <a:blip xmlns:r="http://schemas.openxmlformats.org/officeDocument/2006/relationships" r:embed="rId1"/>
          <a:srcRect l="0" t="0" r="0" b="0"/>
          <a:stretch>
            <a:fillRect/>
          </a:stretch>
        </p:blipFill>
        <p:spPr>
          <a:xfrm rot="0">
            <a:off x="0" y="0"/>
            <a:ext cx="1590675" cy="6858000"/>
          </a:xfrm>
          <a:prstGeom prst="rect"/>
          <a:noFill/>
          <a:ln>
            <a:noFill/>
          </a:ln>
        </p:spPr>
      </p:pic>
      <p:sp>
        <p:nvSpPr>
          <p:cNvPr id="1048687" name="Rectangle 4"/>
          <p:cNvSpPr/>
          <p:nvPr/>
        </p:nvSpPr>
        <p:spPr>
          <a:xfrm rot="0">
            <a:off x="0" y="0"/>
            <a:ext cx="73025" cy="227012"/>
          </a:xfrm>
          <a:prstGeom prst="rect"/>
          <a:noFill/>
          <a:ln>
            <a:noFill/>
          </a:ln>
        </p:spPr>
        <p:txBody>
          <a:bodyPr anchor="ctr" bIns="22218" lIns="17457" rIns="17457" tIns="22218" vert="horz" wrap="none">
            <a:spAutoFit/>
          </a:bodyPr>
          <a:lstStyle>
            <a:lvl1pPr algn="l" eaLnBrk="0" fontAlgn="base" hangingPunct="0" indent="-342900" latinLnBrk="0" marL="3429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baseline="0" b="0" sz="32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1pPr>
            <a:lvl2pPr algn="l" eaLnBrk="0" fontAlgn="base" hangingPunct="0" indent="-285750" latinLnBrk="0" marL="74295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–"/>
              <a:defRPr baseline="0" b="0" sz="2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2pPr>
            <a:lvl3pPr algn="l" eaLnBrk="0" fontAlgn="base" hangingPunct="0" indent="-228600" latinLnBrk="0" marL="11430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baseline="0" b="0" sz="24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3pPr>
            <a:lvl4pPr algn="l" eaLnBrk="0" fontAlgn="base" hangingPunct="0" indent="-228600" latinLnBrk="0" marL="16002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–"/>
              <a:defRPr baseline="0" b="0" sz="20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4pPr>
            <a:lvl5pPr algn="l" eaLnBrk="0" fontAlgn="base" hangingPunct="0" indent="-228600" latinLnBrk="0" marL="20574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»"/>
              <a:defRPr baseline="0" b="0" sz="20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5pPr>
          </a:lstStyle>
          <a:p>
            <a:pPr eaLnBrk="1" hangingPunct="1" indent="0" lvl="0" marL="0">
              <a:spcBef>
                <a:spcPct val="0"/>
              </a:spcBef>
              <a:buFontTx/>
              <a:buNone/>
            </a:pPr>
            <a:r>
              <a:rPr altLang="ru-RU" sz="1200" lang="ru-RU">
                <a:latin typeface="Times New Roman" pitchFamily="18" charset="0"/>
                <a:ea typeface="Times New Roman" pitchFamily="18" charset="0"/>
              </a:rPr>
              <a:t> </a:t>
            </a:r>
          </a:p>
        </p:txBody>
      </p:sp>
      <p:sp>
        <p:nvSpPr>
          <p:cNvPr id="1048688" name="Rectangle 5"/>
          <p:cNvSpPr/>
          <p:nvPr/>
        </p:nvSpPr>
        <p:spPr>
          <a:xfrm rot="0">
            <a:off x="0" y="227012"/>
            <a:ext cx="73025" cy="227012"/>
          </a:xfrm>
          <a:prstGeom prst="rect"/>
          <a:noFill/>
          <a:ln>
            <a:noFill/>
          </a:ln>
        </p:spPr>
        <p:txBody>
          <a:bodyPr anchor="ctr" bIns="22218" lIns="17457" rIns="17457" tIns="22218" vert="horz" wrap="none">
            <a:spAutoFit/>
          </a:bodyPr>
          <a:lstStyle>
            <a:lvl1pPr algn="l" eaLnBrk="0" fontAlgn="base" hangingPunct="0" indent="-342900" latinLnBrk="0" marL="3429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baseline="0" b="0" sz="32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1pPr>
            <a:lvl2pPr algn="l" eaLnBrk="0" fontAlgn="base" hangingPunct="0" indent="-285750" latinLnBrk="0" marL="74295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–"/>
              <a:defRPr baseline="0" b="0" sz="2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2pPr>
            <a:lvl3pPr algn="l" eaLnBrk="0" fontAlgn="base" hangingPunct="0" indent="-228600" latinLnBrk="0" marL="11430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baseline="0" b="0" sz="24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3pPr>
            <a:lvl4pPr algn="l" eaLnBrk="0" fontAlgn="base" hangingPunct="0" indent="-228600" latinLnBrk="0" marL="16002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–"/>
              <a:defRPr baseline="0" b="0" sz="20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4pPr>
            <a:lvl5pPr algn="l" eaLnBrk="0" fontAlgn="base" hangingPunct="0" indent="-228600" latinLnBrk="0" marL="20574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»"/>
              <a:defRPr baseline="0" b="0" sz="20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5pPr>
          </a:lstStyle>
          <a:p>
            <a:pPr eaLnBrk="1" hangingPunct="1" indent="0" lvl="0" marL="0">
              <a:spcBef>
                <a:spcPct val="0"/>
              </a:spcBef>
              <a:buFontTx/>
              <a:buNone/>
            </a:pPr>
            <a:r>
              <a:rPr altLang="ru-RU" sz="1200" lang="ru-RU">
                <a:latin typeface="Times New Roman" pitchFamily="18" charset="0"/>
                <a:ea typeface="Times New Roman" pitchFamily="18" charset="0"/>
              </a:rPr>
              <a:t> </a:t>
            </a:r>
          </a:p>
        </p:txBody>
      </p:sp>
      <p:sp>
        <p:nvSpPr>
          <p:cNvPr id="1048689" name="Rectangle 6"/>
          <p:cNvSpPr/>
          <p:nvPr/>
        </p:nvSpPr>
        <p:spPr>
          <a:xfrm rot="0">
            <a:off x="0" y="454025"/>
            <a:ext cx="222250" cy="274637"/>
          </a:xfrm>
          <a:prstGeom prst="rect"/>
          <a:noFill/>
          <a:ln>
            <a:noFill/>
          </a:ln>
        </p:spPr>
        <p:txBody>
          <a:bodyPr anchor="ctr" bIns="45720" lIns="91440" rIns="91440" tIns="45720" vert="horz" wrap="none">
            <a:spAutoFit/>
          </a:bodyPr>
          <a:lstStyle>
            <a:lvl1pPr algn="l" eaLnBrk="0" fontAlgn="base" hangingPunct="0" indent="-342900" latinLnBrk="0" marL="3429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baseline="0" b="0" sz="32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1pPr>
            <a:lvl2pPr algn="l" eaLnBrk="0" fontAlgn="base" hangingPunct="0" indent="-285750" latinLnBrk="0" marL="74295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–"/>
              <a:defRPr baseline="0" b="0" sz="2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2pPr>
            <a:lvl3pPr algn="l" eaLnBrk="0" fontAlgn="base" hangingPunct="0" indent="-228600" latinLnBrk="0" marL="11430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baseline="0" b="0" sz="24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3pPr>
            <a:lvl4pPr algn="l" eaLnBrk="0" fontAlgn="base" hangingPunct="0" indent="-228600" latinLnBrk="0" marL="16002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–"/>
              <a:defRPr baseline="0" b="0" sz="20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4pPr>
            <a:lvl5pPr algn="l" eaLnBrk="0" fontAlgn="base" hangingPunct="0" indent="-228600" latinLnBrk="0" marL="20574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»"/>
              <a:defRPr baseline="0" b="0" sz="20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5pPr>
          </a:lstStyle>
          <a:p>
            <a:pPr eaLnBrk="1" hangingPunct="1" indent="0" lvl="0" marL="0">
              <a:spcBef>
                <a:spcPct val="0"/>
              </a:spcBef>
              <a:buFontTx/>
              <a:buNone/>
            </a:pPr>
            <a:r>
              <a:rPr altLang="ru-RU" sz="1200" lang="ru-RU">
                <a:latin typeface="Times New Roman" pitchFamily="18" charset="0"/>
                <a:ea typeface="Times New Roman" pitchFamily="18" charset="0"/>
              </a:rPr>
              <a:t> </a:t>
            </a:r>
          </a:p>
        </p:txBody>
      </p:sp>
      <p:sp>
        <p:nvSpPr>
          <p:cNvPr id="1048690" name="Rectangle 7"/>
          <p:cNvSpPr/>
          <p:nvPr/>
        </p:nvSpPr>
        <p:spPr>
          <a:xfrm rot="0">
            <a:off x="0" y="0"/>
            <a:ext cx="73025" cy="227012"/>
          </a:xfrm>
          <a:prstGeom prst="rect"/>
          <a:noFill/>
          <a:ln>
            <a:noFill/>
          </a:ln>
        </p:spPr>
        <p:txBody>
          <a:bodyPr anchor="ctr" bIns="22218" lIns="17457" rIns="17457" tIns="22218" vert="horz" wrap="none">
            <a:spAutoFit/>
          </a:bodyPr>
          <a:lstStyle>
            <a:lvl1pPr algn="l" eaLnBrk="0" fontAlgn="base" hangingPunct="0" indent="-342900" latinLnBrk="0" marL="3429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baseline="0" b="0" sz="32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1pPr>
            <a:lvl2pPr algn="l" eaLnBrk="0" fontAlgn="base" hangingPunct="0" indent="-285750" latinLnBrk="0" marL="74295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–"/>
              <a:defRPr baseline="0" b="0" sz="2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2pPr>
            <a:lvl3pPr algn="l" eaLnBrk="0" fontAlgn="base" hangingPunct="0" indent="-228600" latinLnBrk="0" marL="11430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baseline="0" b="0" sz="24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3pPr>
            <a:lvl4pPr algn="l" eaLnBrk="0" fontAlgn="base" hangingPunct="0" indent="-228600" latinLnBrk="0" marL="16002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–"/>
              <a:defRPr baseline="0" b="0" sz="20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4pPr>
            <a:lvl5pPr algn="l" eaLnBrk="0" fontAlgn="base" hangingPunct="0" indent="-228600" latinLnBrk="0" marL="20574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»"/>
              <a:defRPr baseline="0" b="0" sz="20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5pPr>
          </a:lstStyle>
          <a:p>
            <a:pPr eaLnBrk="1" hangingPunct="1" indent="0" lvl="0" marL="0">
              <a:spcBef>
                <a:spcPct val="0"/>
              </a:spcBef>
              <a:buFontTx/>
              <a:buNone/>
            </a:pPr>
            <a:r>
              <a:rPr altLang="ru-RU" sz="1200" lang="ru-RU">
                <a:latin typeface="Times New Roman" pitchFamily="18" charset="0"/>
                <a:ea typeface="Times New Roman" pitchFamily="18" charset="0"/>
              </a:rPr>
              <a:t> </a:t>
            </a:r>
          </a:p>
        </p:txBody>
      </p:sp>
      <p:sp>
        <p:nvSpPr>
          <p:cNvPr id="1048691" name="Rectangle 8"/>
          <p:cNvSpPr/>
          <p:nvPr/>
        </p:nvSpPr>
        <p:spPr>
          <a:xfrm rot="0">
            <a:off x="0" y="227012"/>
            <a:ext cx="73025" cy="227012"/>
          </a:xfrm>
          <a:prstGeom prst="rect"/>
          <a:noFill/>
          <a:ln>
            <a:noFill/>
          </a:ln>
        </p:spPr>
        <p:txBody>
          <a:bodyPr anchor="ctr" bIns="22218" lIns="17457" rIns="17457" tIns="22218" vert="horz" wrap="none">
            <a:spAutoFit/>
          </a:bodyPr>
          <a:lstStyle>
            <a:lvl1pPr algn="l" eaLnBrk="0" fontAlgn="base" hangingPunct="0" indent="-342900" latinLnBrk="0" marL="3429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baseline="0" b="0" sz="32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1pPr>
            <a:lvl2pPr algn="l" eaLnBrk="0" fontAlgn="base" hangingPunct="0" indent="-285750" latinLnBrk="0" marL="74295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–"/>
              <a:defRPr baseline="0" b="0" sz="2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2pPr>
            <a:lvl3pPr algn="l" eaLnBrk="0" fontAlgn="base" hangingPunct="0" indent="-228600" latinLnBrk="0" marL="11430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baseline="0" b="0" sz="24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3pPr>
            <a:lvl4pPr algn="l" eaLnBrk="0" fontAlgn="base" hangingPunct="0" indent="-228600" latinLnBrk="0" marL="16002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–"/>
              <a:defRPr baseline="0" b="0" sz="20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4pPr>
            <a:lvl5pPr algn="l" eaLnBrk="0" fontAlgn="base" hangingPunct="0" indent="-228600" latinLnBrk="0" marL="20574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»"/>
              <a:defRPr baseline="0" b="0" sz="20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5pPr>
          </a:lstStyle>
          <a:p>
            <a:pPr eaLnBrk="1" hangingPunct="1" indent="0" lvl="0" marL="0">
              <a:spcBef>
                <a:spcPct val="0"/>
              </a:spcBef>
              <a:buFontTx/>
              <a:buNone/>
            </a:pPr>
            <a:r>
              <a:rPr altLang="ru-RU" sz="1200" lang="ru-RU">
                <a:latin typeface="Times New Roman" pitchFamily="18" charset="0"/>
                <a:ea typeface="Times New Roman" pitchFamily="18" charset="0"/>
              </a:rPr>
              <a:t> </a:t>
            </a:r>
          </a:p>
        </p:txBody>
      </p:sp>
      <p:sp>
        <p:nvSpPr>
          <p:cNvPr id="1048692" name="Rectangle 9"/>
          <p:cNvSpPr/>
          <p:nvPr/>
        </p:nvSpPr>
        <p:spPr>
          <a:xfrm rot="0">
            <a:off x="0" y="454025"/>
            <a:ext cx="222250" cy="274637"/>
          </a:xfrm>
          <a:prstGeom prst="rect"/>
          <a:noFill/>
          <a:ln>
            <a:noFill/>
          </a:ln>
        </p:spPr>
        <p:txBody>
          <a:bodyPr anchor="ctr" bIns="45720" lIns="91440" rIns="91440" tIns="45720" vert="horz" wrap="none">
            <a:spAutoFit/>
          </a:bodyPr>
          <a:lstStyle>
            <a:lvl1pPr algn="l" eaLnBrk="0" fontAlgn="base" hangingPunct="0" indent="-342900" latinLnBrk="0" marL="3429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baseline="0" b="0" sz="32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1pPr>
            <a:lvl2pPr algn="l" eaLnBrk="0" fontAlgn="base" hangingPunct="0" indent="-285750" latinLnBrk="0" marL="74295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–"/>
              <a:defRPr baseline="0" b="0" sz="2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2pPr>
            <a:lvl3pPr algn="l" eaLnBrk="0" fontAlgn="base" hangingPunct="0" indent="-228600" latinLnBrk="0" marL="11430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baseline="0" b="0" sz="24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3pPr>
            <a:lvl4pPr algn="l" eaLnBrk="0" fontAlgn="base" hangingPunct="0" indent="-228600" latinLnBrk="0" marL="16002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–"/>
              <a:defRPr baseline="0" b="0" sz="20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4pPr>
            <a:lvl5pPr algn="l" eaLnBrk="0" fontAlgn="base" hangingPunct="0" indent="-228600" latinLnBrk="0" marL="20574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»"/>
              <a:defRPr baseline="0" b="0" sz="20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5pPr>
          </a:lstStyle>
          <a:p>
            <a:pPr eaLnBrk="1" hangingPunct="1" indent="0" lvl="0" marL="0">
              <a:spcBef>
                <a:spcPct val="0"/>
              </a:spcBef>
              <a:buFontTx/>
              <a:buNone/>
            </a:pPr>
            <a:r>
              <a:rPr altLang="ru-RU" sz="1200" lang="ru-RU">
                <a:latin typeface="Times New Roman" pitchFamily="18" charset="0"/>
                <a:ea typeface="Times New Roman" pitchFamily="18" charset="0"/>
              </a:rPr>
              <a:t> </a:t>
            </a:r>
          </a:p>
        </p:txBody>
      </p:sp>
      <p:sp>
        <p:nvSpPr>
          <p:cNvPr id="1048693" name="Rectangle 10"/>
          <p:cNvSpPr/>
          <p:nvPr>
            <p:ph type="subTitle" sz="full" idx="1"/>
          </p:nvPr>
        </p:nvSpPr>
        <p:spPr>
          <a:xfrm rot="0">
            <a:off x="1760537" y="1196975"/>
            <a:ext cx="7129462" cy="5067300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lstStyle>
            <a:lvl1pPr algn="ctr" marL="0">
              <a:buFontTx/>
              <a:buNone/>
              <a:defRPr sz="3200">
                <a:solidFill>
                  <a:schemeClr val="dk1"/>
                </a:solidFill>
              </a:defRPr>
            </a:lvl1pPr>
            <a:lvl2pPr algn="ctr" marL="457200">
              <a:buFontTx/>
              <a:buNone/>
            </a:lvl2pPr>
            <a:lvl3pPr algn="ctr" marL="914400">
              <a:buFontTx/>
              <a:buNone/>
            </a:lvl3pPr>
            <a:lvl4pPr algn="ctr" marL="1371600">
              <a:buFontTx/>
              <a:buNone/>
            </a:lvl4pPr>
            <a:lvl5pPr algn="ctr" marL="1828800">
              <a:buFontTx/>
              <a:buNone/>
            </a:lvl5pPr>
          </a:lstStyle>
          <a:p>
            <a:pPr algn="l" eaLnBrk="1" hangingPunct="1" indent="-447675" lvl="1" marL="635000"/>
            <a:endParaRPr altLang="en-US" sz="800" lang="ru-RU"/>
          </a:p>
          <a:p>
            <a:pPr algn="l" eaLnBrk="1" hangingPunct="1" indent="-447675" lvl="1" marL="635000">
              <a:buFont typeface="Arial" pitchFamily="0" charset="0"/>
              <a:buChar char="•"/>
            </a:pPr>
            <a:r>
              <a:rPr altLang="en-US" b="1" lang="en-US">
                <a:solidFill>
                  <a:srgbClr val="3366CC"/>
                </a:solidFill>
              </a:rPr>
              <a:t>Официальная информация о психологе (с деловым фото)</a:t>
            </a:r>
          </a:p>
          <a:p>
            <a:pPr algn="l" eaLnBrk="1" hangingPunct="1" indent="-447675" lvl="1" marL="635000">
              <a:buFont typeface="Arial" pitchFamily="0" charset="0"/>
              <a:buChar char="•"/>
            </a:pPr>
            <a:r>
              <a:rPr altLang="en-US" b="1" lang="en-US">
                <a:solidFill>
                  <a:srgbClr val="3366CC"/>
                </a:solidFill>
              </a:rPr>
              <a:t>Документация</a:t>
            </a:r>
          </a:p>
          <a:p>
            <a:pPr algn="l" eaLnBrk="1" hangingPunct="1" indent="-447675" lvl="1" marL="635000">
              <a:buFont typeface="Arial" pitchFamily="0" charset="0"/>
              <a:buChar char="•"/>
            </a:pPr>
            <a:r>
              <a:rPr altLang="en-US" b="1" lang="en-US">
                <a:solidFill>
                  <a:srgbClr val="3366CC"/>
                </a:solidFill>
              </a:rPr>
              <a:t>Содержание видов деятельности</a:t>
            </a:r>
          </a:p>
          <a:p>
            <a:pPr algn="l" eaLnBrk="1" hangingPunct="1" indent="-447675" lvl="1" marL="635000">
              <a:buFont typeface="Arial" pitchFamily="0" charset="0"/>
              <a:buChar char="•"/>
            </a:pPr>
            <a:r>
              <a:rPr altLang="en-US" b="1" lang="en-US">
                <a:solidFill>
                  <a:srgbClr val="3366CC"/>
                </a:solidFill>
              </a:rPr>
              <a:t>Консультативные часы</a:t>
            </a:r>
          </a:p>
          <a:p>
            <a:pPr algn="l" eaLnBrk="1" hangingPunct="1" indent="-447675" lvl="1" marL="635000">
              <a:buFont typeface="Arial" pitchFamily="0" charset="0"/>
              <a:buChar char="•"/>
            </a:pPr>
            <a:r>
              <a:rPr altLang="en-US" b="1" lang="en-US">
                <a:solidFill>
                  <a:srgbClr val="3366CC"/>
                </a:solidFill>
              </a:rPr>
              <a:t>Контактная информация</a:t>
            </a:r>
          </a:p>
          <a:p>
            <a:pPr algn="l" eaLnBrk="1" hangingPunct="1" indent="-447675" lvl="1" marL="635000">
              <a:buFont typeface="Arial" pitchFamily="0" charset="0"/>
              <a:buChar char="•"/>
            </a:pPr>
            <a:endParaRPr altLang="en-US" b="1" lang="ru-RU">
              <a:solidFill>
                <a:srgbClr val="3366CC"/>
              </a:solidFill>
            </a:endParaRPr>
          </a:p>
          <a:p>
            <a:pPr algn="l" eaLnBrk="1" hangingPunct="1" indent="-447675" lvl="1" marL="635000"/>
            <a:r>
              <a:rPr altLang="en-US" lang="en-US"/>
              <a:t> </a:t>
            </a:r>
          </a:p>
          <a:p>
            <a:pPr algn="l" eaLnBrk="1" hangingPunct="1" indent="-447675" lvl="1" marL="635000"/>
            <a:r>
              <a:rPr altLang="en-US" b="1" sz="3600" lang="ru-RU">
                <a:solidFill>
                  <a:srgbClr val="3366CC"/>
                </a:solidFill>
              </a:rPr>
              <a:t>  </a:t>
            </a:r>
          </a:p>
        </p:txBody>
      </p:sp>
      <p:pic>
        <p:nvPicPr>
          <p:cNvPr id="2097192" name="Picture 11" descr="j0205582"/>
          <p:cNvPicPr>
            <a:picLocks/>
          </p:cNvPicPr>
          <p:nvPr/>
        </p:nvPicPr>
        <p:blipFill>
          <a:blip xmlns:r="http://schemas.openxmlformats.org/officeDocument/2006/relationships" r:embed="rId2"/>
          <a:srcRect l="0" t="0" r="0" b="0"/>
          <a:stretch>
            <a:fillRect/>
          </a:stretch>
        </p:blipFill>
        <p:spPr>
          <a:xfrm rot="0">
            <a:off x="-252412" y="-100012"/>
            <a:ext cx="1776412" cy="1630362"/>
          </a:xfrm>
          <a:prstGeom prst="rect"/>
          <a:noFill/>
          <a:ln>
            <a:noFill/>
          </a:ln>
        </p:spPr>
      </p:pic>
    </p:spTree>
  </p:cSld>
  <p:clrMapOvr>
    <a:masterClrMapping/>
  </p:clrMapOvr>
  <p:timing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1">
  <p:cSld>
    <p:spTree>
      <p:nvGrpSpPr>
        <p:cNvPr id="56" name=""/>
        <p:cNvGrpSpPr/>
        <p:nvPr/>
      </p:nvGrpSpPr>
      <p:grpSpPr>
        <a:xfrm rot="0">
          <a:off x="0" y="0"/>
          <a:ext cx="0" cy="0"/>
          <a:chOff x="0" y="0"/>
          <a:chExt cx="0" cy="0"/>
        </a:xfrm>
      </p:grpSpPr>
      <p:sp>
        <p:nvSpPr>
          <p:cNvPr id="1048694" name="Rectangle 2"/>
          <p:cNvSpPr/>
          <p:nvPr>
            <p:ph type="ctrTitle" sz="full" idx="0"/>
          </p:nvPr>
        </p:nvSpPr>
        <p:spPr>
          <a:xfrm rot="0">
            <a:off x="1403350" y="404812"/>
            <a:ext cx="7740650" cy="1223962"/>
          </a:xfrm>
          <a:prstGeom prst="rect"/>
          <a:noFill/>
          <a:ln>
            <a:noFill/>
          </a:ln>
        </p:spPr>
        <p:txBody>
          <a:bodyPr anchor="ctr" bIns="45720" lIns="91440" rIns="91440" tIns="45720" vert="horz"/>
          <a:lstStyle>
            <a:lvl1pPr algn="ctr">
              <a:defRPr sz="4400"/>
            </a:lvl1pPr>
          </a:lstStyle>
          <a:p>
            <a:pPr eaLnBrk="1" hangingPunct="1" lvl="0"/>
            <a:r>
              <a:rPr altLang="ru-RU" b="1" sz="3600" lang="ru-RU">
                <a:solidFill>
                  <a:srgbClr val="CC0099"/>
                </a:solidFill>
              </a:rPr>
              <a:t>Этапы работы </a:t>
            </a:r>
            <a:br>
              <a:rPr altLang="ru-RU" b="1" sz="3600" lang="ru-RU">
                <a:solidFill>
                  <a:srgbClr val="CC0099"/>
                </a:solidFill>
              </a:rPr>
            </a:br>
            <a:r>
              <a:rPr altLang="ru-RU" b="1" sz="3500" lang="ru-RU">
                <a:solidFill>
                  <a:srgbClr val="CC0099"/>
                </a:solidFill>
              </a:rPr>
              <a:t>с сайтом</a:t>
            </a:r>
          </a:p>
        </p:txBody>
      </p:sp>
      <p:pic>
        <p:nvPicPr>
          <p:cNvPr id="2097193" name="Picture 3" descr="Фон"/>
          <p:cNvPicPr>
            <a:picLocks/>
          </p:cNvPicPr>
          <p:nvPr/>
        </p:nvPicPr>
        <p:blipFill>
          <a:blip xmlns:r="http://schemas.openxmlformats.org/officeDocument/2006/relationships" r:embed="rId1"/>
          <a:srcRect l="0" t="0" r="0" b="0"/>
          <a:stretch>
            <a:fillRect/>
          </a:stretch>
        </p:blipFill>
        <p:spPr>
          <a:xfrm rot="0">
            <a:off x="0" y="0"/>
            <a:ext cx="1590675" cy="6858000"/>
          </a:xfrm>
          <a:prstGeom prst="rect"/>
          <a:noFill/>
          <a:ln>
            <a:noFill/>
          </a:ln>
        </p:spPr>
      </p:pic>
      <p:sp>
        <p:nvSpPr>
          <p:cNvPr id="1048695" name="Rectangle 4"/>
          <p:cNvSpPr/>
          <p:nvPr/>
        </p:nvSpPr>
        <p:spPr>
          <a:xfrm rot="0">
            <a:off x="0" y="0"/>
            <a:ext cx="73025" cy="227012"/>
          </a:xfrm>
          <a:prstGeom prst="rect"/>
          <a:noFill/>
          <a:ln>
            <a:noFill/>
          </a:ln>
        </p:spPr>
        <p:txBody>
          <a:bodyPr anchor="ctr" bIns="22218" lIns="17457" rIns="17457" tIns="22218" vert="horz" wrap="none">
            <a:spAutoFit/>
          </a:bodyPr>
          <a:lstStyle>
            <a:lvl1pPr algn="l" eaLnBrk="0" fontAlgn="base" hangingPunct="0" indent="-342900" latinLnBrk="0" marL="3429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baseline="0" b="0" sz="32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1pPr>
            <a:lvl2pPr algn="l" eaLnBrk="0" fontAlgn="base" hangingPunct="0" indent="-285750" latinLnBrk="0" marL="74295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–"/>
              <a:defRPr baseline="0" b="0" sz="2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2pPr>
            <a:lvl3pPr algn="l" eaLnBrk="0" fontAlgn="base" hangingPunct="0" indent="-228600" latinLnBrk="0" marL="11430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baseline="0" b="0" sz="24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3pPr>
            <a:lvl4pPr algn="l" eaLnBrk="0" fontAlgn="base" hangingPunct="0" indent="-228600" latinLnBrk="0" marL="16002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–"/>
              <a:defRPr baseline="0" b="0" sz="20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4pPr>
            <a:lvl5pPr algn="l" eaLnBrk="0" fontAlgn="base" hangingPunct="0" indent="-228600" latinLnBrk="0" marL="20574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»"/>
              <a:defRPr baseline="0" b="0" sz="20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5pPr>
          </a:lstStyle>
          <a:p>
            <a:pPr eaLnBrk="1" hangingPunct="1" indent="0" lvl="0" marL="0">
              <a:spcBef>
                <a:spcPct val="0"/>
              </a:spcBef>
              <a:buFontTx/>
              <a:buNone/>
            </a:pPr>
            <a:r>
              <a:rPr altLang="ru-RU" sz="1200" lang="ru-RU">
                <a:latin typeface="Times New Roman" pitchFamily="18" charset="0"/>
                <a:ea typeface="Times New Roman" pitchFamily="18" charset="0"/>
              </a:rPr>
              <a:t> </a:t>
            </a:r>
          </a:p>
        </p:txBody>
      </p:sp>
      <p:sp>
        <p:nvSpPr>
          <p:cNvPr id="1048696" name="Rectangle 5"/>
          <p:cNvSpPr/>
          <p:nvPr/>
        </p:nvSpPr>
        <p:spPr>
          <a:xfrm rot="0">
            <a:off x="0" y="227012"/>
            <a:ext cx="73025" cy="227012"/>
          </a:xfrm>
          <a:prstGeom prst="rect"/>
          <a:noFill/>
          <a:ln>
            <a:noFill/>
          </a:ln>
        </p:spPr>
        <p:txBody>
          <a:bodyPr anchor="ctr" bIns="22218" lIns="17457" rIns="17457" tIns="22218" vert="horz" wrap="none">
            <a:spAutoFit/>
          </a:bodyPr>
          <a:lstStyle>
            <a:lvl1pPr algn="l" eaLnBrk="0" fontAlgn="base" hangingPunct="0" indent="-342900" latinLnBrk="0" marL="3429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baseline="0" b="0" sz="32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1pPr>
            <a:lvl2pPr algn="l" eaLnBrk="0" fontAlgn="base" hangingPunct="0" indent="-285750" latinLnBrk="0" marL="74295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–"/>
              <a:defRPr baseline="0" b="0" sz="2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2pPr>
            <a:lvl3pPr algn="l" eaLnBrk="0" fontAlgn="base" hangingPunct="0" indent="-228600" latinLnBrk="0" marL="11430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baseline="0" b="0" sz="24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3pPr>
            <a:lvl4pPr algn="l" eaLnBrk="0" fontAlgn="base" hangingPunct="0" indent="-228600" latinLnBrk="0" marL="16002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–"/>
              <a:defRPr baseline="0" b="0" sz="20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4pPr>
            <a:lvl5pPr algn="l" eaLnBrk="0" fontAlgn="base" hangingPunct="0" indent="-228600" latinLnBrk="0" marL="20574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»"/>
              <a:defRPr baseline="0" b="0" sz="20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5pPr>
          </a:lstStyle>
          <a:p>
            <a:pPr eaLnBrk="1" hangingPunct="1" indent="0" lvl="0" marL="0">
              <a:spcBef>
                <a:spcPct val="0"/>
              </a:spcBef>
              <a:buFontTx/>
              <a:buNone/>
            </a:pPr>
            <a:r>
              <a:rPr altLang="ru-RU" sz="1200" lang="ru-RU">
                <a:latin typeface="Times New Roman" pitchFamily="18" charset="0"/>
                <a:ea typeface="Times New Roman" pitchFamily="18" charset="0"/>
              </a:rPr>
              <a:t> </a:t>
            </a:r>
          </a:p>
        </p:txBody>
      </p:sp>
      <p:sp>
        <p:nvSpPr>
          <p:cNvPr id="1048697" name="Rectangle 6"/>
          <p:cNvSpPr/>
          <p:nvPr/>
        </p:nvSpPr>
        <p:spPr>
          <a:xfrm rot="0">
            <a:off x="0" y="454025"/>
            <a:ext cx="222250" cy="274637"/>
          </a:xfrm>
          <a:prstGeom prst="rect"/>
          <a:noFill/>
          <a:ln>
            <a:noFill/>
          </a:ln>
        </p:spPr>
        <p:txBody>
          <a:bodyPr anchor="ctr" bIns="45720" lIns="91440" rIns="91440" tIns="45720" vert="horz" wrap="none">
            <a:spAutoFit/>
          </a:bodyPr>
          <a:lstStyle>
            <a:lvl1pPr algn="l" eaLnBrk="0" fontAlgn="base" hangingPunct="0" indent="-342900" latinLnBrk="0" marL="3429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baseline="0" b="0" sz="32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1pPr>
            <a:lvl2pPr algn="l" eaLnBrk="0" fontAlgn="base" hangingPunct="0" indent="-285750" latinLnBrk="0" marL="74295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–"/>
              <a:defRPr baseline="0" b="0" sz="2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2pPr>
            <a:lvl3pPr algn="l" eaLnBrk="0" fontAlgn="base" hangingPunct="0" indent="-228600" latinLnBrk="0" marL="11430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baseline="0" b="0" sz="24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3pPr>
            <a:lvl4pPr algn="l" eaLnBrk="0" fontAlgn="base" hangingPunct="0" indent="-228600" latinLnBrk="0" marL="16002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–"/>
              <a:defRPr baseline="0" b="0" sz="20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4pPr>
            <a:lvl5pPr algn="l" eaLnBrk="0" fontAlgn="base" hangingPunct="0" indent="-228600" latinLnBrk="0" marL="20574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»"/>
              <a:defRPr baseline="0" b="0" sz="20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5pPr>
          </a:lstStyle>
          <a:p>
            <a:pPr eaLnBrk="1" hangingPunct="1" indent="0" lvl="0" marL="0">
              <a:spcBef>
                <a:spcPct val="0"/>
              </a:spcBef>
              <a:buFontTx/>
              <a:buNone/>
            </a:pPr>
            <a:r>
              <a:rPr altLang="ru-RU" sz="1200" lang="ru-RU">
                <a:latin typeface="Times New Roman" pitchFamily="18" charset="0"/>
                <a:ea typeface="Times New Roman" pitchFamily="18" charset="0"/>
              </a:rPr>
              <a:t> </a:t>
            </a:r>
          </a:p>
        </p:txBody>
      </p:sp>
      <p:sp>
        <p:nvSpPr>
          <p:cNvPr id="1048698" name="Rectangle 7"/>
          <p:cNvSpPr/>
          <p:nvPr/>
        </p:nvSpPr>
        <p:spPr>
          <a:xfrm rot="0">
            <a:off x="0" y="0"/>
            <a:ext cx="73025" cy="227012"/>
          </a:xfrm>
          <a:prstGeom prst="rect"/>
          <a:noFill/>
          <a:ln>
            <a:noFill/>
          </a:ln>
        </p:spPr>
        <p:txBody>
          <a:bodyPr anchor="ctr" bIns="22218" lIns="17457" rIns="17457" tIns="22218" vert="horz" wrap="none">
            <a:spAutoFit/>
          </a:bodyPr>
          <a:lstStyle>
            <a:lvl1pPr algn="l" eaLnBrk="0" fontAlgn="base" hangingPunct="0" indent="-342900" latinLnBrk="0" marL="3429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baseline="0" b="0" sz="32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1pPr>
            <a:lvl2pPr algn="l" eaLnBrk="0" fontAlgn="base" hangingPunct="0" indent="-285750" latinLnBrk="0" marL="74295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–"/>
              <a:defRPr baseline="0" b="0" sz="2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2pPr>
            <a:lvl3pPr algn="l" eaLnBrk="0" fontAlgn="base" hangingPunct="0" indent="-228600" latinLnBrk="0" marL="11430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baseline="0" b="0" sz="24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3pPr>
            <a:lvl4pPr algn="l" eaLnBrk="0" fontAlgn="base" hangingPunct="0" indent="-228600" latinLnBrk="0" marL="16002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–"/>
              <a:defRPr baseline="0" b="0" sz="20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4pPr>
            <a:lvl5pPr algn="l" eaLnBrk="0" fontAlgn="base" hangingPunct="0" indent="-228600" latinLnBrk="0" marL="20574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»"/>
              <a:defRPr baseline="0" b="0" sz="20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5pPr>
          </a:lstStyle>
          <a:p>
            <a:pPr eaLnBrk="1" hangingPunct="1" indent="0" lvl="0" marL="0">
              <a:spcBef>
                <a:spcPct val="0"/>
              </a:spcBef>
              <a:buFontTx/>
              <a:buNone/>
            </a:pPr>
            <a:r>
              <a:rPr altLang="ru-RU" sz="1200" lang="ru-RU">
                <a:latin typeface="Times New Roman" pitchFamily="18" charset="0"/>
                <a:ea typeface="Times New Roman" pitchFamily="18" charset="0"/>
              </a:rPr>
              <a:t> </a:t>
            </a:r>
          </a:p>
        </p:txBody>
      </p:sp>
      <p:sp>
        <p:nvSpPr>
          <p:cNvPr id="1048699" name="Rectangle 8"/>
          <p:cNvSpPr/>
          <p:nvPr/>
        </p:nvSpPr>
        <p:spPr>
          <a:xfrm rot="0">
            <a:off x="0" y="227012"/>
            <a:ext cx="73025" cy="227012"/>
          </a:xfrm>
          <a:prstGeom prst="rect"/>
          <a:noFill/>
          <a:ln>
            <a:noFill/>
          </a:ln>
        </p:spPr>
        <p:txBody>
          <a:bodyPr anchor="ctr" bIns="22218" lIns="17457" rIns="17457" tIns="22218" vert="horz" wrap="none">
            <a:spAutoFit/>
          </a:bodyPr>
          <a:lstStyle>
            <a:lvl1pPr algn="l" eaLnBrk="0" fontAlgn="base" hangingPunct="0" indent="-342900" latinLnBrk="0" marL="3429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baseline="0" b="0" sz="32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1pPr>
            <a:lvl2pPr algn="l" eaLnBrk="0" fontAlgn="base" hangingPunct="0" indent="-285750" latinLnBrk="0" marL="74295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–"/>
              <a:defRPr baseline="0" b="0" sz="2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2pPr>
            <a:lvl3pPr algn="l" eaLnBrk="0" fontAlgn="base" hangingPunct="0" indent="-228600" latinLnBrk="0" marL="11430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baseline="0" b="0" sz="24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3pPr>
            <a:lvl4pPr algn="l" eaLnBrk="0" fontAlgn="base" hangingPunct="0" indent="-228600" latinLnBrk="0" marL="16002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–"/>
              <a:defRPr baseline="0" b="0" sz="20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4pPr>
            <a:lvl5pPr algn="l" eaLnBrk="0" fontAlgn="base" hangingPunct="0" indent="-228600" latinLnBrk="0" marL="20574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»"/>
              <a:defRPr baseline="0" b="0" sz="20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5pPr>
          </a:lstStyle>
          <a:p>
            <a:pPr eaLnBrk="1" hangingPunct="1" indent="0" lvl="0" marL="0">
              <a:spcBef>
                <a:spcPct val="0"/>
              </a:spcBef>
              <a:buFontTx/>
              <a:buNone/>
            </a:pPr>
            <a:r>
              <a:rPr altLang="ru-RU" sz="1200" lang="ru-RU">
                <a:latin typeface="Times New Roman" pitchFamily="18" charset="0"/>
                <a:ea typeface="Times New Roman" pitchFamily="18" charset="0"/>
              </a:rPr>
              <a:t> </a:t>
            </a:r>
          </a:p>
        </p:txBody>
      </p:sp>
      <p:sp>
        <p:nvSpPr>
          <p:cNvPr id="1048700" name="Rectangle 9"/>
          <p:cNvSpPr/>
          <p:nvPr/>
        </p:nvSpPr>
        <p:spPr>
          <a:xfrm rot="0">
            <a:off x="0" y="454025"/>
            <a:ext cx="222250" cy="274637"/>
          </a:xfrm>
          <a:prstGeom prst="rect"/>
          <a:noFill/>
          <a:ln>
            <a:noFill/>
          </a:ln>
        </p:spPr>
        <p:txBody>
          <a:bodyPr anchor="ctr" bIns="45720" lIns="91440" rIns="91440" tIns="45720" vert="horz" wrap="none">
            <a:spAutoFit/>
          </a:bodyPr>
          <a:lstStyle>
            <a:lvl1pPr algn="l" eaLnBrk="0" fontAlgn="base" hangingPunct="0" indent="-342900" latinLnBrk="0" marL="3429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baseline="0" b="0" sz="32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1pPr>
            <a:lvl2pPr algn="l" eaLnBrk="0" fontAlgn="base" hangingPunct="0" indent="-285750" latinLnBrk="0" marL="74295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–"/>
              <a:defRPr baseline="0" b="0" sz="2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2pPr>
            <a:lvl3pPr algn="l" eaLnBrk="0" fontAlgn="base" hangingPunct="0" indent="-228600" latinLnBrk="0" marL="11430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baseline="0" b="0" sz="24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3pPr>
            <a:lvl4pPr algn="l" eaLnBrk="0" fontAlgn="base" hangingPunct="0" indent="-228600" latinLnBrk="0" marL="16002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–"/>
              <a:defRPr baseline="0" b="0" sz="20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4pPr>
            <a:lvl5pPr algn="l" eaLnBrk="0" fontAlgn="base" hangingPunct="0" indent="-228600" latinLnBrk="0" marL="20574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»"/>
              <a:defRPr baseline="0" b="0" sz="20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5pPr>
          </a:lstStyle>
          <a:p>
            <a:pPr eaLnBrk="1" hangingPunct="1" indent="0" lvl="0" marL="0">
              <a:spcBef>
                <a:spcPct val="0"/>
              </a:spcBef>
              <a:buFontTx/>
              <a:buNone/>
            </a:pPr>
            <a:r>
              <a:rPr altLang="ru-RU" sz="1200" lang="ru-RU">
                <a:latin typeface="Times New Roman" pitchFamily="18" charset="0"/>
                <a:ea typeface="Times New Roman" pitchFamily="18" charset="0"/>
              </a:rPr>
              <a:t> </a:t>
            </a:r>
          </a:p>
        </p:txBody>
      </p:sp>
      <p:sp>
        <p:nvSpPr>
          <p:cNvPr id="1048701" name="Rectangle 10"/>
          <p:cNvSpPr/>
          <p:nvPr>
            <p:ph type="subTitle" sz="full" idx="1"/>
          </p:nvPr>
        </p:nvSpPr>
        <p:spPr>
          <a:xfrm rot="0">
            <a:off x="1763712" y="1773237"/>
            <a:ext cx="7129462" cy="4824412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lstStyle>
            <a:lvl1pPr algn="ctr" marL="0">
              <a:buFontTx/>
              <a:buNone/>
              <a:defRPr sz="3200">
                <a:solidFill>
                  <a:schemeClr val="dk1"/>
                </a:solidFill>
              </a:defRPr>
            </a:lvl1pPr>
            <a:lvl2pPr algn="ctr" marL="457200">
              <a:buFontTx/>
              <a:buNone/>
            </a:lvl2pPr>
            <a:lvl3pPr algn="ctr" marL="914400">
              <a:buFontTx/>
              <a:buNone/>
            </a:lvl3pPr>
            <a:lvl4pPr algn="ctr" marL="1371600">
              <a:buFontTx/>
              <a:buNone/>
            </a:lvl4pPr>
            <a:lvl5pPr algn="ctr" marL="1828800">
              <a:buFontTx/>
              <a:buNone/>
            </a:lvl5pPr>
          </a:lstStyle>
          <a:p>
            <a:pPr algn="l" eaLnBrk="1" hangingPunct="1" indent="-447675" lvl="1" marL="635000">
              <a:buFontTx/>
              <a:buChar char="•"/>
            </a:pPr>
            <a:r>
              <a:rPr altLang="ru-RU" sz="3600" lang="ru-RU"/>
              <a:t>Этап первичной диагностики</a:t>
            </a:r>
          </a:p>
          <a:p>
            <a:pPr algn="l" eaLnBrk="1" hangingPunct="1" indent="-447675" lvl="1" marL="635000">
              <a:buFontTx/>
              <a:buChar char="•"/>
            </a:pPr>
            <a:r>
              <a:rPr altLang="ru-RU" sz="3600" lang="ru-RU"/>
              <a:t>Организационный этап</a:t>
            </a:r>
          </a:p>
          <a:p>
            <a:pPr algn="l" eaLnBrk="1" hangingPunct="1" indent="-447675" lvl="1" marL="635000">
              <a:buFontTx/>
              <a:buChar char="•"/>
            </a:pPr>
            <a:r>
              <a:rPr altLang="ru-RU" sz="3600" lang="ru-RU"/>
              <a:t>Информационный этап </a:t>
            </a:r>
          </a:p>
          <a:p>
            <a:pPr algn="l" eaLnBrk="1" hangingPunct="1" indent="-447675" lvl="1" marL="635000">
              <a:buFontTx/>
              <a:buChar char="•"/>
            </a:pPr>
            <a:r>
              <a:rPr altLang="ru-RU" sz="3600" lang="ru-RU"/>
              <a:t>Обучающий этап </a:t>
            </a:r>
          </a:p>
          <a:p>
            <a:pPr algn="l" eaLnBrk="1" hangingPunct="1" indent="-447675" lvl="1" marL="635000">
              <a:buFontTx/>
              <a:buChar char="•"/>
            </a:pPr>
            <a:r>
              <a:rPr altLang="ru-RU" sz="3600" lang="ru-RU"/>
              <a:t>Основной этап </a:t>
            </a:r>
          </a:p>
          <a:p>
            <a:pPr algn="l" eaLnBrk="1" hangingPunct="1" indent="-447675" lvl="1" marL="635000">
              <a:buFontTx/>
              <a:buChar char="•"/>
            </a:pPr>
            <a:r>
              <a:rPr altLang="ru-RU" sz="3600" lang="ru-RU"/>
              <a:t>Этап повторной диагностики</a:t>
            </a:r>
          </a:p>
          <a:p>
            <a:pPr algn="l" eaLnBrk="1" hangingPunct="1" indent="-447675" lvl="1" marL="635000">
              <a:buFontTx/>
              <a:buChar char="•"/>
            </a:pPr>
            <a:r>
              <a:rPr altLang="ru-RU" sz="3600" lang="ru-RU"/>
              <a:t>Этап корректировки</a:t>
            </a:r>
          </a:p>
        </p:txBody>
      </p:sp>
      <p:pic>
        <p:nvPicPr>
          <p:cNvPr id="2097194" name="Picture 10" descr="j0205582"/>
          <p:cNvPicPr>
            <a:picLocks/>
          </p:cNvPicPr>
          <p:nvPr/>
        </p:nvPicPr>
        <p:blipFill>
          <a:blip xmlns:r="http://schemas.openxmlformats.org/officeDocument/2006/relationships" r:embed="rId2"/>
          <a:srcRect l="0" t="0" r="0" b="0"/>
          <a:stretch>
            <a:fillRect/>
          </a:stretch>
        </p:blipFill>
        <p:spPr>
          <a:xfrm rot="0">
            <a:off x="-252412" y="-100012"/>
            <a:ext cx="1776412" cy="1630362"/>
          </a:xfrm>
          <a:prstGeom prst="rect"/>
          <a:noFill/>
          <a:ln>
            <a:noFill/>
          </a:ln>
        </p:spPr>
      </p:pic>
    </p:spTree>
  </p:cSld>
  <p:clrMapOvr>
    <a:masterClrMapping/>
  </p:clrMapOvr>
  <p:timing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1">
  <p:cSld>
    <p:spTree>
      <p:nvGrpSpPr>
        <p:cNvPr id="57" name=""/>
        <p:cNvGrpSpPr/>
        <p:nvPr/>
      </p:nvGrpSpPr>
      <p:grpSpPr>
        <a:xfrm rot="0">
          <a:off x="0" y="0"/>
          <a:ext cx="0" cy="0"/>
          <a:chOff x="0" y="0"/>
          <a:chExt cx="0" cy="0"/>
        </a:xfrm>
      </p:grpSpPr>
      <p:sp>
        <p:nvSpPr>
          <p:cNvPr id="1048702" name="Rectangle 2"/>
          <p:cNvSpPr/>
          <p:nvPr>
            <p:ph type="ctrTitle" sz="full" idx="0"/>
          </p:nvPr>
        </p:nvSpPr>
        <p:spPr>
          <a:xfrm rot="0">
            <a:off x="1619250" y="2133600"/>
            <a:ext cx="7273925" cy="1470025"/>
          </a:xfrm>
          <a:prstGeom prst="rect"/>
          <a:noFill/>
          <a:ln>
            <a:noFill/>
          </a:ln>
        </p:spPr>
        <p:txBody>
          <a:bodyPr anchor="ctr" bIns="45720" lIns="91440" rIns="91440" tIns="45720" vert="horz"/>
          <a:lstStyle>
            <a:lvl1pPr algn="ctr">
              <a:defRPr sz="4400"/>
            </a:lvl1pPr>
          </a:lstStyle>
          <a:p>
            <a:pPr eaLnBrk="1" hangingPunct="1" lvl="0"/>
            <a:r>
              <a:rPr altLang="ru-RU" b="1" sz="3600" lang="ru-RU">
                <a:solidFill>
                  <a:srgbClr val="CC0099"/>
                </a:solidFill>
              </a:rPr>
              <a:t>СПАСИБО ЗА ВНИМАНИЕ!</a:t>
            </a:r>
          </a:p>
        </p:txBody>
      </p:sp>
      <p:pic>
        <p:nvPicPr>
          <p:cNvPr id="2097195" name="Picture 4" descr="Фон"/>
          <p:cNvPicPr>
            <a:picLocks/>
          </p:cNvPicPr>
          <p:nvPr/>
        </p:nvPicPr>
        <p:blipFill>
          <a:blip xmlns:r="http://schemas.openxmlformats.org/officeDocument/2006/relationships" r:embed="rId1"/>
          <a:srcRect l="0" t="0" r="0" b="0"/>
          <a:stretch>
            <a:fillRect/>
          </a:stretch>
        </p:blipFill>
        <p:spPr>
          <a:xfrm rot="0">
            <a:off x="0" y="0"/>
            <a:ext cx="1590675" cy="6858000"/>
          </a:xfrm>
          <a:prstGeom prst="rect"/>
          <a:noFill/>
          <a:ln>
            <a:noFill/>
          </a:ln>
        </p:spPr>
      </p:pic>
      <p:pic>
        <p:nvPicPr>
          <p:cNvPr id="2097196" name="Picture 10" descr="j0205582"/>
          <p:cNvPicPr>
            <a:picLocks/>
          </p:cNvPicPr>
          <p:nvPr/>
        </p:nvPicPr>
        <p:blipFill>
          <a:blip xmlns:r="http://schemas.openxmlformats.org/officeDocument/2006/relationships" r:embed="rId2"/>
          <a:srcRect l="0" t="0" r="0" b="0"/>
          <a:stretch>
            <a:fillRect/>
          </a:stretch>
        </p:blipFill>
        <p:spPr>
          <a:xfrm rot="0">
            <a:off x="-252412" y="-100012"/>
            <a:ext cx="1776412" cy="1630362"/>
          </a:xfrm>
          <a:prstGeom prst="rect"/>
          <a:noFill/>
          <a:ln>
            <a:noFill/>
          </a:ln>
        </p:spPr>
      </p:pic>
    </p:spTree>
  </p:cSld>
  <p:clrMapOvr>
    <a:masterClrMapping/>
  </p:clrMapOvr>
  <p:timing/>
</p:sld>
</file>

<file path=ppt/theme/theme1.xml><?xml version="1.0" encoding="utf-8"?>
<a:theme xmlns:a="http://schemas.openxmlformats.org/drawingml/2006/main" name="Office 主题">
  <a:themeElements>
    <a:clrScheme name="Default Color Scheme">
      <a:dk1>
        <a:srgbClr val="000000"/>
      </a:dk1>
      <a:lt1>
        <a:srgbClr val="FFFFFF"/>
      </a:lt1>
      <a:dk2>
        <a:srgbClr val="808080"/>
      </a:dk2>
      <a:lt2>
        <a:srgbClr val="00000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9EDEE"/>
      </a:accent5>
      <a:accent6>
        <a:srgbClr val="2D2D89"/>
      </a:accent6>
      <a:hlink>
        <a:srgbClr val="009999"/>
      </a:hlink>
      <a:folHlink>
        <a:srgbClr val="99CC00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TH Sarabun PSK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TH Sarabun PSK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algn="ctr" blurRad="57150" dir="5400000" dist="19050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raClrSchemeLst>
    <a:extraClrScheme>
      <a:clrScheme name="Default Color Scheme 1">
        <a:dk1>
          <a:srgbClr val="000000"/>
        </a:dk1>
        <a:lt1>
          <a:srgbClr val="FFFFFF"/>
        </a:lt1>
        <a:dk2>
          <a:srgbClr val="808080"/>
        </a:dk2>
        <a:lt2>
          <a:srgbClr val="00000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9EDEE"/>
        </a:accent5>
        <a:accent6>
          <a:srgbClr val="2D2D89"/>
        </a:accent6>
        <a:hlink>
          <a:srgbClr val="009999"/>
        </a:hlink>
        <a:folHlink>
          <a:srgbClr val="99CC00"/>
        </a:folHlink>
      </a:clrScheme>
    </a:extraClrScheme>
    <a:extraClrScheme>
      <a:clrScheme name="Default Color Scheme 2">
        <a:dk1>
          <a:srgbClr val="000000"/>
        </a:dk1>
        <a:lt1>
          <a:srgbClr val="FFFFFF"/>
        </a:lt1>
        <a:dk2>
          <a:srgbClr val="969696"/>
        </a:dk2>
        <a:lt2>
          <a:srgbClr val="000000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4"/>
        </a:accent5>
        <a:accent6>
          <a:srgbClr val="E5895B"/>
        </a:accent6>
        <a:hlink>
          <a:srgbClr val="CC3300"/>
        </a:hlink>
        <a:folHlink>
          <a:srgbClr val="996600"/>
        </a:folHlink>
      </a:clrScheme>
    </a:extraClrScheme>
    <a:extraClrScheme>
      <a:clrScheme name="Default Color Scheme 3">
        <a:dk1>
          <a:srgbClr val="000000"/>
        </a:dk1>
        <a:lt1>
          <a:srgbClr val="FFFFFF"/>
        </a:lt1>
        <a:dk2>
          <a:srgbClr val="808080"/>
        </a:dk2>
        <a:lt2>
          <a:srgbClr val="00000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7B7E5"/>
        </a:accent6>
        <a:hlink>
          <a:srgbClr val="3333CC"/>
        </a:hlink>
        <a:folHlink>
          <a:srgbClr val="AF67FF"/>
        </a:folHlink>
      </a:clrScheme>
    </a:extraClrScheme>
    <a:extraClrScheme>
      <a:clrScheme name="Default Color Scheme 4">
        <a:dk1>
          <a:srgbClr val="000000"/>
        </a:dk1>
        <a:lt1>
          <a:srgbClr val="DEF6F1"/>
        </a:lt1>
        <a:dk2>
          <a:srgbClr val="969696"/>
        </a:dk2>
        <a:lt2>
          <a:srgbClr val="000000"/>
        </a:lt2>
        <a:accent1>
          <a:srgbClr val="FFFFFF"/>
        </a:accent1>
        <a:accent2>
          <a:srgbClr val="8DC6FF"/>
        </a:accent2>
        <a:accent3>
          <a:srgbClr val="EBFAF7"/>
        </a:accent3>
        <a:accent4>
          <a:srgbClr val="000000"/>
        </a:accent4>
        <a:accent5>
          <a:srgbClr val="FFFFFF"/>
        </a:accent5>
        <a:accent6>
          <a:srgbClr val="7EB1E5"/>
        </a:accent6>
        <a:hlink>
          <a:srgbClr val="0066CC"/>
        </a:hlink>
        <a:folHlink>
          <a:srgbClr val="00A800"/>
        </a:folHlink>
      </a:clrScheme>
    </a:extraClrScheme>
    <a:extraClrScheme>
      <a:clrScheme name="Default Color Scheme 5">
        <a:dk1>
          <a:srgbClr val="000000"/>
        </a:dk1>
        <a:lt1>
          <a:srgbClr val="FFFFD9"/>
        </a:lt1>
        <a:dk2>
          <a:srgbClr val="777777"/>
        </a:dk2>
        <a:lt2>
          <a:srgbClr val="000000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7B7"/>
        </a:accent6>
        <a:hlink>
          <a:srgbClr val="FF5050"/>
        </a:hlink>
        <a:folHlink>
          <a:srgbClr val="FF9900"/>
        </a:folHlink>
      </a:clrScheme>
    </a:extraClrScheme>
    <a:extraClrScheme>
      <a:clrScheme name="Default Color Scheme 6">
        <a:dk1>
          <a:srgbClr val="FFFFFF"/>
        </a:dk1>
        <a:lt1>
          <a:srgbClr val="008080"/>
        </a:lt1>
        <a:dk2>
          <a:srgbClr val="005A58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1C1"/>
        </a:accent3>
        <a:accent4>
          <a:srgbClr val="DCDCDC"/>
        </a:accent4>
        <a:accent5>
          <a:srgbClr val="AAB8B8"/>
        </a:accent5>
        <a:accent6>
          <a:srgbClr val="6163B2"/>
        </a:accent6>
        <a:hlink>
          <a:srgbClr val="00FFFF"/>
        </a:hlink>
        <a:folHlink>
          <a:srgbClr val="00FF00"/>
        </a:folHlink>
      </a:clrScheme>
    </a:extraClrScheme>
    <a:extraClrScheme>
      <a:clrScheme name="Default Color Scheme 7">
        <a:dk1>
          <a:srgbClr val="FFFFFF"/>
        </a:dk1>
        <a:lt1>
          <a:srgbClr val="800000"/>
        </a:lt1>
        <a:dk2>
          <a:srgbClr val="5C1F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1AAAA"/>
        </a:accent3>
        <a:accent4>
          <a:srgbClr val="DCDCDC"/>
        </a:accent4>
        <a:accent5>
          <a:srgbClr val="E2ADAA"/>
        </a:accent5>
        <a:accent6>
          <a:srgbClr val="AA6C55"/>
        </a:accent6>
        <a:hlink>
          <a:srgbClr val="FFFF99"/>
        </a:hlink>
        <a:folHlink>
          <a:srgbClr val="D3A219"/>
        </a:folHlink>
      </a:clrScheme>
    </a:extraClrScheme>
    <a:extraClrScheme>
      <a:clrScheme name="Default Color Scheme 8">
        <a:dk1>
          <a:srgbClr val="FFFFFF"/>
        </a:dk1>
        <a:lt1>
          <a:srgbClr val="000099"/>
        </a:lt1>
        <a:dk2>
          <a:srgbClr val="003366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CDCDC"/>
        </a:accent4>
        <a:accent5>
          <a:srgbClr val="ADB9E2"/>
        </a:accent5>
        <a:accent6>
          <a:srgbClr val="009D00"/>
        </a:accent6>
        <a:hlink>
          <a:srgbClr val="66CCFF"/>
        </a:hlink>
        <a:folHlink>
          <a:srgbClr val="FFE701"/>
        </a:folHlink>
      </a:clrScheme>
    </a:extraClrScheme>
    <a:extraClrScheme>
      <a:clrScheme name="Default Color Scheme 9">
        <a:dk1>
          <a:srgbClr val="FFFFFF"/>
        </a:dk1>
        <a:lt1>
          <a:srgbClr val="000000"/>
        </a:lt1>
        <a:dk2>
          <a:srgbClr val="336699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CDCDC"/>
        </a:accent4>
        <a:accent5>
          <a:srgbClr val="AAADCA"/>
        </a:accent5>
        <a:accent6>
          <a:srgbClr val="3E7B43"/>
        </a:accent6>
        <a:hlink>
          <a:srgbClr val="66CCFF"/>
        </a:hlink>
        <a:folHlink>
          <a:srgbClr val="F0E500"/>
        </a:folHlink>
      </a:clrScheme>
    </a:extraClrScheme>
    <a:extraClrScheme>
      <a:clrScheme name="Default Color Scheme 10">
        <a:dk1>
          <a:srgbClr val="FFFFFF"/>
        </a:dk1>
        <a:lt1>
          <a:srgbClr val="686B5D"/>
        </a:lt1>
        <a:dk2>
          <a:srgbClr val="777777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CDCDC"/>
        </a:accent4>
        <a:accent5>
          <a:srgbClr val="C7C7C1"/>
        </a:accent5>
        <a:accent6>
          <a:srgbClr val="728D96"/>
        </a:accent6>
        <a:hlink>
          <a:srgbClr val="FFCC66"/>
        </a:hlink>
        <a:folHlink>
          <a:srgbClr val="E9DCB9"/>
        </a:folHlink>
      </a:clrScheme>
    </a:extraClrScheme>
    <a:extraClrScheme>
      <a:clrScheme name="Default Color Scheme 11">
        <a:dk1>
          <a:srgbClr val="FFFFFF"/>
        </a:dk1>
        <a:lt1>
          <a:srgbClr val="666699"/>
        </a:lt1>
        <a:dk2>
          <a:srgbClr val="3E3E5C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9B9CA"/>
        </a:accent3>
        <a:accent4>
          <a:srgbClr val="DCDCDC"/>
        </a:accent4>
        <a:accent5>
          <a:srgbClr val="B7B5BF"/>
        </a:accent5>
        <a:accent6>
          <a:srgbClr val="5B5BE5"/>
        </a:accent6>
        <a:hlink>
          <a:srgbClr val="99CCFF"/>
        </a:hlink>
        <a:folHlink>
          <a:srgbClr val="FFFF99"/>
        </a:folHlink>
      </a:clrScheme>
    </a:extraClrScheme>
    <a:extraClrScheme>
      <a:clrScheme name="Default Color Scheme 12">
        <a:dk1>
          <a:srgbClr val="FFFFFF"/>
        </a:dk1>
        <a:lt1>
          <a:srgbClr val="523E26"/>
        </a:lt1>
        <a:dk2>
          <a:srgbClr val="2D2015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B"/>
        </a:accent3>
        <a:accent4>
          <a:srgbClr val="DCDCDC"/>
        </a:accent4>
        <a:accent5>
          <a:srgbClr val="C5BFBC"/>
        </a:accent5>
        <a:accent6>
          <a:srgbClr val="805529"/>
        </a:accent6>
        <a:hlink>
          <a:srgbClr val="CCB400"/>
        </a:hlink>
        <a:folHlink>
          <a:srgbClr val="8C9EA0"/>
        </a:folHlink>
      </a:clrScheme>
    </a:extraClrScheme>
  </a:extraClrSchemeLst>
</a:theme>
</file>

<file path=ppt/theme/theme2.xml><?xml version="1.0" encoding="utf-8"?>
<a:theme xmlns:a="http://schemas.openxmlformats.org/drawingml/2006/main" name="Office 主题">
  <a:themeElements>
    <a:clrScheme name="Office">
      <a:dk1>
        <a:sysClr lastClr="000000" val="windowText"/>
      </a:dk1>
      <a:lt1>
        <a:sysClr lastClr="FFFFFF" val="window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TH Sarabun PSK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TH Sarabun PSK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algn="ctr" blurRad="57150" dir="5400000" dist="19050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theme/theme3.xml><?xml version="1.0" encoding="utf-8"?>
<a:theme xmlns:a="http://schemas.openxmlformats.org/drawingml/2006/main" name="Office 主题">
  <a:themeElements>
    <a:clrScheme name="Office">
      <a:dk1>
        <a:sysClr lastClr="000000" val="windowText"/>
      </a:dk1>
      <a:lt1>
        <a:sysClr lastClr="FFFFFF" val="window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TH Sarabun PSK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TH Sarabun PSK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algn="ctr" blurRad="57150" dir="5400000" dist="19050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Properties xmlns="http://schemas.openxmlformats.org/officeDocument/2006/extended-properties">
  <ScaleCrop>0</ScaleCrop>
  <LinksUpToDate>0</LinksUpToDate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Слайд 1</dc:title>
  <dc:creator>777</dc:creator>
  <cp:lastModifiedBy>dell11</cp:lastModifiedBy>
  <dcterms:created xsi:type="dcterms:W3CDTF">2011-12-02T09:33:33Z</dcterms:created>
  <dcterms:modified xsi:type="dcterms:W3CDTF">2026-10-04T11:42:05Z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ce2b3bb3b2b747a1b82569833d292112</vt:lpwstr>
  </property>
</Properties>
</file>